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7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6858000" cy="9144000"/>
  <p:embeddedFontLst>
    <p:embeddedFont>
      <p:font typeface="Exo" panose="020B0604020202020204" charset="0"/>
      <p:regular r:id="rId18"/>
      <p:bold r:id="rId19"/>
      <p:italic r:id="rId20"/>
      <p:boldItalic r:id="rId21"/>
    </p:embeddedFont>
    <p:embeddedFont>
      <p:font typeface="PT Sans" panose="020B0503020203020204" pitchFamily="34" charset="0"/>
      <p:regular r:id="rId22"/>
      <p:bold r:id="rId23"/>
      <p:italic r:id="rId24"/>
      <p:boldItalic r:id="rId25"/>
    </p:embeddedFont>
    <p:embeddedFont>
      <p:font typeface="Roboto Condensed Light" panose="02000000000000000000" pitchFamily="2" charset="0"/>
      <p:regular r:id="rId2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3" d="100"/>
          <a:sy n="83" d="100"/>
        </p:scale>
        <p:origin x="94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font" Target="fonts/font9.fntdata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0" name="Google Shape;2690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91" name="Google Shape;2691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4" name="Google Shape;2754;gf11272de0f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5" name="Google Shape;2755;gf11272de0f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7" name="Google Shape;2767;g3a4a3d2f2c9_3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68" name="Google Shape;2768;g3a4a3d2f2c9_3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0" name="Google Shape;2780;g3a4a3d2f2c9_3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81" name="Google Shape;2781;g3a4a3d2f2c9_3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3" name="Google Shape;2793;g3a4a3d2f2c9_3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94" name="Google Shape;2794;g3a4a3d2f2c9_3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6" name="Google Shape;2806;g3a4a3d2f2c9_3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07" name="Google Shape;2807;g3a4a3d2f2c9_3_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9" name="Google Shape;2819;g3a4a3d2f2c9_3_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20" name="Google Shape;2820;g3a4a3d2f2c9_3_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2" name="Google Shape;2832;g3a4a3d2f2c9_3_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33" name="Google Shape;2833;g3a4a3d2f2c9_3_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5" name="Google Shape;2845;g3a4a3d2f2c9_3_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46" name="Google Shape;2846;g3a4a3d2f2c9_3_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8" name="Google Shape;2858;g3a4a3d2f2c9_3_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59" name="Google Shape;2859;g3a4a3d2f2c9_3_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1" name="Google Shape;2871;g3a4a3d2f2c9_3_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72" name="Google Shape;2872;g3a4a3d2f2c9_3_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4" name="Google Shape;2884;g3a4a3d2f2c9_3_1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85" name="Google Shape;2885;g3a4a3d2f2c9_3_1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7" name="Google Shape;2897;g3a4a3d2f2c9_3_1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98" name="Google Shape;2898;g3a4a3d2f2c9_3_1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0" name="Google Shape;2910;g3a4a3d2f2c9_3_1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11" name="Google Shape;2911;g3a4a3d2f2c9_3_1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3" name="Google Shape;2923;g3a4a3d2f2c9_3_1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24" name="Google Shape;2924;g3a4a3d2f2c9_3_1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tBDfr" TargetMode="External"/><Relationship Id="rId2" Type="http://schemas.openxmlformats.org/officeDocument/2006/relationships/hyperlink" Target="http://bit.ly/2Tynxth" TargetMode="External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10" name="Google Shape;10;p2"/>
            <p:cNvSpPr/>
            <p:nvPr/>
          </p:nvSpPr>
          <p:spPr>
            <a:xfrm>
              <a:off x="597550" y="4893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11;p2"/>
            <p:cNvSpPr/>
            <p:nvPr/>
          </p:nvSpPr>
          <p:spPr>
            <a:xfrm>
              <a:off x="597550" y="4780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597550" y="46671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597550" y="4553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597550" y="4441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597550" y="4328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597550" y="42150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597550" y="4101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597550" y="3988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597550" y="3875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597550" y="3762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597550" y="36496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597550" y="35364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597550" y="34232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597550" y="33100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597550" y="31967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6;p2"/>
            <p:cNvSpPr/>
            <p:nvPr/>
          </p:nvSpPr>
          <p:spPr>
            <a:xfrm>
              <a:off x="597550" y="30835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2"/>
            <p:cNvSpPr/>
            <p:nvPr/>
          </p:nvSpPr>
          <p:spPr>
            <a:xfrm>
              <a:off x="597550" y="29703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597550" y="28578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597550" y="27446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0;p2"/>
            <p:cNvSpPr/>
            <p:nvPr/>
          </p:nvSpPr>
          <p:spPr>
            <a:xfrm>
              <a:off x="597550" y="263140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>
              <a:off x="597550" y="251817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597550" y="24049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597550" y="22917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2"/>
            <p:cNvSpPr/>
            <p:nvPr/>
          </p:nvSpPr>
          <p:spPr>
            <a:xfrm>
              <a:off x="597550" y="21792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2"/>
            <p:cNvSpPr/>
            <p:nvPr/>
          </p:nvSpPr>
          <p:spPr>
            <a:xfrm>
              <a:off x="597550" y="20660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2"/>
            <p:cNvSpPr/>
            <p:nvPr/>
          </p:nvSpPr>
          <p:spPr>
            <a:xfrm>
              <a:off x="597550" y="19528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p2"/>
            <p:cNvSpPr/>
            <p:nvPr/>
          </p:nvSpPr>
          <p:spPr>
            <a:xfrm>
              <a:off x="597550" y="1839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8;p2"/>
            <p:cNvSpPr/>
            <p:nvPr/>
          </p:nvSpPr>
          <p:spPr>
            <a:xfrm>
              <a:off x="597550" y="1726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39;p2"/>
            <p:cNvSpPr/>
            <p:nvPr/>
          </p:nvSpPr>
          <p:spPr>
            <a:xfrm>
              <a:off x="597550" y="16131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40;p2"/>
            <p:cNvSpPr/>
            <p:nvPr/>
          </p:nvSpPr>
          <p:spPr>
            <a:xfrm>
              <a:off x="597550" y="1499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>
              <a:off x="597550" y="1387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597550" y="1274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>
              <a:off x="597550" y="11610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597550" y="1047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>
              <a:off x="597550" y="934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46;p2"/>
            <p:cNvSpPr/>
            <p:nvPr/>
          </p:nvSpPr>
          <p:spPr>
            <a:xfrm>
              <a:off x="597550" y="821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47;p2"/>
            <p:cNvSpPr/>
            <p:nvPr/>
          </p:nvSpPr>
          <p:spPr>
            <a:xfrm>
              <a:off x="597550" y="708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8" name="Google Shape;48;p2"/>
          <p:cNvSpPr txBox="1">
            <a:spLocks noGrp="1"/>
          </p:cNvSpPr>
          <p:nvPr>
            <p:ph type="ctrTitle"/>
          </p:nvPr>
        </p:nvSpPr>
        <p:spPr>
          <a:xfrm>
            <a:off x="1317600" y="1132113"/>
            <a:ext cx="6508800" cy="1998600"/>
          </a:xfrm>
          <a:prstGeom prst="rect">
            <a:avLst/>
          </a:prstGeom>
          <a:effectLst>
            <a:outerShdw blurRad="142875" algn="bl" rotWithShape="0">
              <a:schemeClr val="accent2">
                <a:alpha val="38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5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49" name="Google Shape;49;p2"/>
          <p:cNvSpPr txBox="1">
            <a:spLocks noGrp="1"/>
          </p:cNvSpPr>
          <p:nvPr>
            <p:ph type="subTitle" idx="1"/>
          </p:nvPr>
        </p:nvSpPr>
        <p:spPr>
          <a:xfrm>
            <a:off x="1675175" y="3099088"/>
            <a:ext cx="5793600" cy="91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grpSp>
        <p:nvGrpSpPr>
          <p:cNvPr id="50" name="Google Shape;50;p2"/>
          <p:cNvGrpSpPr/>
          <p:nvPr/>
        </p:nvGrpSpPr>
        <p:grpSpPr>
          <a:xfrm>
            <a:off x="-11" y="606814"/>
            <a:ext cx="1284435" cy="586800"/>
            <a:chOff x="-11" y="606814"/>
            <a:chExt cx="1284435" cy="586800"/>
          </a:xfrm>
        </p:grpSpPr>
        <p:sp>
          <p:nvSpPr>
            <p:cNvPr id="51" name="Google Shape;51;p2"/>
            <p:cNvSpPr/>
            <p:nvPr/>
          </p:nvSpPr>
          <p:spPr>
            <a:xfrm rot="-5400000">
              <a:off x="348812" y="258001"/>
              <a:ext cx="586800" cy="1284425"/>
            </a:xfrm>
            <a:prstGeom prst="flowChartOffpageConnector">
              <a:avLst/>
            </a:prstGeom>
            <a:gradFill>
              <a:gsLst>
                <a:gs pos="0">
                  <a:schemeClr val="accent4"/>
                </a:gs>
                <a:gs pos="100000">
                  <a:schemeClr val="lt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2" name="Google Shape;52;p2"/>
            <p:cNvGrpSpPr/>
            <p:nvPr/>
          </p:nvGrpSpPr>
          <p:grpSpPr>
            <a:xfrm rot="10800000">
              <a:off x="-11" y="779178"/>
              <a:ext cx="883262" cy="242091"/>
              <a:chOff x="2300350" y="2601250"/>
              <a:chExt cx="2275275" cy="623625"/>
            </a:xfrm>
          </p:grpSpPr>
          <p:sp>
            <p:nvSpPr>
              <p:cNvPr id="53" name="Google Shape;53;p2"/>
              <p:cNvSpPr/>
              <p:nvPr/>
            </p:nvSpPr>
            <p:spPr>
              <a:xfrm>
                <a:off x="2300350" y="2601250"/>
                <a:ext cx="3921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684" h="24945" extrusionOk="0">
                    <a:moveTo>
                      <a:pt x="12720" y="0"/>
                    </a:moveTo>
                    <a:cubicBezTo>
                      <a:pt x="13337" y="0"/>
                      <a:pt x="14078" y="247"/>
                      <a:pt x="14572" y="741"/>
                    </a:cubicBezTo>
                    <a:cubicBezTo>
                      <a:pt x="15684" y="1852"/>
                      <a:pt x="15684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684" y="21240"/>
                      <a:pt x="15684" y="22845"/>
                      <a:pt x="14572" y="23957"/>
                    </a:cubicBezTo>
                    <a:cubicBezTo>
                      <a:pt x="13584" y="24944"/>
                      <a:pt x="11855" y="24944"/>
                      <a:pt x="10744" y="23957"/>
                    </a:cubicBezTo>
                    <a:lnTo>
                      <a:pt x="1112" y="14325"/>
                    </a:lnTo>
                    <a:cubicBezTo>
                      <a:pt x="1" y="13213"/>
                      <a:pt x="1" y="11484"/>
                      <a:pt x="1112" y="10496"/>
                    </a:cubicBezTo>
                    <a:lnTo>
                      <a:pt x="10744" y="741"/>
                    </a:lnTo>
                    <a:cubicBezTo>
                      <a:pt x="11361" y="247"/>
                      <a:pt x="11979" y="0"/>
                      <a:pt x="1272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" name="Google Shape;54;p2"/>
              <p:cNvSpPr/>
              <p:nvPr/>
            </p:nvSpPr>
            <p:spPr>
              <a:xfrm>
                <a:off x="2680075" y="2601250"/>
                <a:ext cx="389025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1" h="24945" extrusionOk="0">
                    <a:moveTo>
                      <a:pt x="12596" y="0"/>
                    </a:moveTo>
                    <a:cubicBezTo>
                      <a:pt x="13337" y="0"/>
                      <a:pt x="13955" y="247"/>
                      <a:pt x="14449" y="741"/>
                    </a:cubicBezTo>
                    <a:cubicBezTo>
                      <a:pt x="15560" y="1852"/>
                      <a:pt x="15560" y="3581"/>
                      <a:pt x="14449" y="4569"/>
                    </a:cubicBezTo>
                    <a:lnTo>
                      <a:pt x="6669" y="12349"/>
                    </a:lnTo>
                    <a:lnTo>
                      <a:pt x="14449" y="20128"/>
                    </a:lnTo>
                    <a:cubicBezTo>
                      <a:pt x="15560" y="21240"/>
                      <a:pt x="15560" y="22845"/>
                      <a:pt x="14449" y="23957"/>
                    </a:cubicBezTo>
                    <a:cubicBezTo>
                      <a:pt x="13461" y="24944"/>
                      <a:pt x="11732" y="24944"/>
                      <a:pt x="10621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621" y="741"/>
                    </a:lnTo>
                    <a:cubicBezTo>
                      <a:pt x="11238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" name="Google Shape;55;p2"/>
              <p:cNvSpPr/>
              <p:nvPr/>
            </p:nvSpPr>
            <p:spPr>
              <a:xfrm>
                <a:off x="3056725" y="2601250"/>
                <a:ext cx="3890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0" h="24945" extrusionOk="0">
                    <a:moveTo>
                      <a:pt x="12596" y="0"/>
                    </a:moveTo>
                    <a:cubicBezTo>
                      <a:pt x="13337" y="0"/>
                      <a:pt x="13954" y="247"/>
                      <a:pt x="14448" y="741"/>
                    </a:cubicBezTo>
                    <a:cubicBezTo>
                      <a:pt x="15559" y="1852"/>
                      <a:pt x="15559" y="3581"/>
                      <a:pt x="14448" y="4569"/>
                    </a:cubicBezTo>
                    <a:lnTo>
                      <a:pt x="6792" y="12349"/>
                    </a:lnTo>
                    <a:lnTo>
                      <a:pt x="14448" y="20128"/>
                    </a:lnTo>
                    <a:cubicBezTo>
                      <a:pt x="15559" y="21240"/>
                      <a:pt x="15559" y="22845"/>
                      <a:pt x="14448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" name="Google Shape;56;p2"/>
              <p:cNvSpPr/>
              <p:nvPr/>
            </p:nvSpPr>
            <p:spPr>
              <a:xfrm>
                <a:off x="3433350" y="2601250"/>
                <a:ext cx="3890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0" h="24945" extrusionOk="0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" name="Google Shape;57;p2"/>
              <p:cNvSpPr/>
              <p:nvPr/>
            </p:nvSpPr>
            <p:spPr>
              <a:xfrm>
                <a:off x="3810000" y="2601250"/>
                <a:ext cx="3890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0" h="24945" extrusionOk="0">
                    <a:moveTo>
                      <a:pt x="12596" y="0"/>
                    </a:moveTo>
                    <a:cubicBezTo>
                      <a:pt x="13337" y="0"/>
                      <a:pt x="13954" y="247"/>
                      <a:pt x="14572" y="741"/>
                    </a:cubicBezTo>
                    <a:cubicBezTo>
                      <a:pt x="15559" y="1852"/>
                      <a:pt x="15559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59" y="21240"/>
                      <a:pt x="15559" y="22845"/>
                      <a:pt x="14572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978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" name="Google Shape;58;p2"/>
              <p:cNvSpPr/>
              <p:nvPr/>
            </p:nvSpPr>
            <p:spPr>
              <a:xfrm>
                <a:off x="4186625" y="2601250"/>
                <a:ext cx="3890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0" h="24945" extrusionOk="0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59" name="Google Shape;59;p2"/>
          <p:cNvGrpSpPr/>
          <p:nvPr/>
        </p:nvGrpSpPr>
        <p:grpSpPr>
          <a:xfrm rot="5400000">
            <a:off x="85100" y="1849625"/>
            <a:ext cx="98902" cy="553090"/>
            <a:chOff x="4898850" y="4820550"/>
            <a:chExt cx="98902" cy="553090"/>
          </a:xfrm>
        </p:grpSpPr>
        <p:sp>
          <p:nvSpPr>
            <p:cNvPr id="60" name="Google Shape;60;p2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61;p2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62;p2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63;p2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64;p2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5" name="Google Shape;65;p2"/>
          <p:cNvGrpSpPr/>
          <p:nvPr/>
        </p:nvGrpSpPr>
        <p:grpSpPr>
          <a:xfrm>
            <a:off x="-1414555" y="3058729"/>
            <a:ext cx="2297800" cy="347400"/>
            <a:chOff x="-1414555" y="3058729"/>
            <a:chExt cx="2297800" cy="347400"/>
          </a:xfrm>
        </p:grpSpPr>
        <p:sp>
          <p:nvSpPr>
            <p:cNvPr id="66" name="Google Shape;66;p2"/>
            <p:cNvSpPr/>
            <p:nvPr/>
          </p:nvSpPr>
          <p:spPr>
            <a:xfrm>
              <a:off x="-1414555" y="3338029"/>
              <a:ext cx="1994700" cy="6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67;p2"/>
            <p:cNvSpPr/>
            <p:nvPr/>
          </p:nvSpPr>
          <p:spPr>
            <a:xfrm>
              <a:off x="-1111455" y="3058729"/>
              <a:ext cx="1994700" cy="6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8" name="Google Shape;68;p2"/>
          <p:cNvGrpSpPr/>
          <p:nvPr/>
        </p:nvGrpSpPr>
        <p:grpSpPr>
          <a:xfrm flipH="1">
            <a:off x="-799254" y="4139005"/>
            <a:ext cx="1823016" cy="196994"/>
            <a:chOff x="7857346" y="4002005"/>
            <a:chExt cx="1823016" cy="196994"/>
          </a:xfrm>
        </p:grpSpPr>
        <p:sp>
          <p:nvSpPr>
            <p:cNvPr id="69" name="Google Shape;69;p2"/>
            <p:cNvSpPr/>
            <p:nvPr/>
          </p:nvSpPr>
          <p:spPr>
            <a:xfrm>
              <a:off x="7956216" y="4048371"/>
              <a:ext cx="1724145" cy="150627"/>
            </a:xfrm>
            <a:custGeom>
              <a:avLst/>
              <a:gdLst/>
              <a:ahLst/>
              <a:cxnLst/>
              <a:rect l="l" t="t" r="r" b="b"/>
              <a:pathLst>
                <a:path w="55332" h="4834" fill="none" extrusionOk="0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70;p2"/>
            <p:cNvSpPr/>
            <p:nvPr/>
          </p:nvSpPr>
          <p:spPr>
            <a:xfrm>
              <a:off x="7857346" y="400200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71;p2"/>
            <p:cNvSpPr/>
            <p:nvPr/>
          </p:nvSpPr>
          <p:spPr>
            <a:xfrm>
              <a:off x="7882087" y="4026715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2" name="Google Shape;72;p2"/>
          <p:cNvSpPr/>
          <p:nvPr/>
        </p:nvSpPr>
        <p:spPr>
          <a:xfrm rot="10800000">
            <a:off x="8027645" y="2478979"/>
            <a:ext cx="1994700" cy="6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Google Shape;73;p2"/>
          <p:cNvSpPr/>
          <p:nvPr/>
        </p:nvSpPr>
        <p:spPr>
          <a:xfrm rot="10800000">
            <a:off x="8557211" y="3859075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Google Shape;74;p2"/>
          <p:cNvSpPr/>
          <p:nvPr/>
        </p:nvSpPr>
        <p:spPr>
          <a:xfrm rot="5400000">
            <a:off x="8206162" y="-34881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5" name="Google Shape;75;p2"/>
          <p:cNvGrpSpPr/>
          <p:nvPr/>
        </p:nvGrpSpPr>
        <p:grpSpPr>
          <a:xfrm>
            <a:off x="7812807" y="997962"/>
            <a:ext cx="1520982" cy="302065"/>
            <a:chOff x="5642557" y="-150670"/>
            <a:chExt cx="1520982" cy="302065"/>
          </a:xfrm>
        </p:grpSpPr>
        <p:sp>
          <p:nvSpPr>
            <p:cNvPr id="76" name="Google Shape;76;p2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77;p2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78;p2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79;p2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80;p2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1" name="Google Shape;81;p2"/>
          <p:cNvGrpSpPr/>
          <p:nvPr/>
        </p:nvGrpSpPr>
        <p:grpSpPr>
          <a:xfrm>
            <a:off x="8495989" y="1713528"/>
            <a:ext cx="883262" cy="242091"/>
            <a:chOff x="2300350" y="2601250"/>
            <a:chExt cx="2275275" cy="623625"/>
          </a:xfrm>
        </p:grpSpPr>
        <p:sp>
          <p:nvSpPr>
            <p:cNvPr id="82" name="Google Shape;82;p2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2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84;p2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85;p2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86;p2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2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8" name="Google Shape;88;p2"/>
          <p:cNvGrpSpPr/>
          <p:nvPr/>
        </p:nvGrpSpPr>
        <p:grpSpPr>
          <a:xfrm>
            <a:off x="8267392" y="3231066"/>
            <a:ext cx="1105976" cy="133969"/>
            <a:chOff x="8183182" y="663852"/>
            <a:chExt cx="1475028" cy="178673"/>
          </a:xfrm>
        </p:grpSpPr>
        <p:grpSp>
          <p:nvGrpSpPr>
            <p:cNvPr id="89" name="Google Shape;89;p2"/>
            <p:cNvGrpSpPr/>
            <p:nvPr/>
          </p:nvGrpSpPr>
          <p:grpSpPr>
            <a:xfrm>
              <a:off x="8183182" y="774425"/>
              <a:ext cx="1178025" cy="68100"/>
              <a:chOff x="2024450" y="204150"/>
              <a:chExt cx="1178025" cy="68100"/>
            </a:xfrm>
          </p:grpSpPr>
          <p:sp>
            <p:nvSpPr>
              <p:cNvPr id="90" name="Google Shape;90;p2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" name="Google Shape;91;p2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" name="Google Shape;92;p2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" name="Google Shape;93;p2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" name="Google Shape;94;p2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" name="Google Shape;95;p2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" name="Google Shape;96;p2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" name="Google Shape;97;p2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" name="Google Shape;98;p2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" name="Google Shape;99;p2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0" name="Google Shape;100;p2"/>
            <p:cNvGrpSpPr/>
            <p:nvPr/>
          </p:nvGrpSpPr>
          <p:grpSpPr>
            <a:xfrm>
              <a:off x="8480185" y="663852"/>
              <a:ext cx="1178025" cy="68100"/>
              <a:chOff x="2024450" y="204150"/>
              <a:chExt cx="1178025" cy="68100"/>
            </a:xfrm>
          </p:grpSpPr>
          <p:sp>
            <p:nvSpPr>
              <p:cNvPr id="101" name="Google Shape;101;p2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" name="Google Shape;102;p2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" name="Google Shape;103;p2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" name="Google Shape;104;p2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" name="Google Shape;105;p2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" name="Google Shape;106;p2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" name="Google Shape;107;p2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" name="Google Shape;108;p2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" name="Google Shape;109;p2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" name="Google Shape;110;p2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1" name="Google Shape;111;p2"/>
          <p:cNvGrpSpPr/>
          <p:nvPr/>
        </p:nvGrpSpPr>
        <p:grpSpPr>
          <a:xfrm rot="5400000">
            <a:off x="8520259" y="3926674"/>
            <a:ext cx="302065" cy="1520982"/>
            <a:chOff x="-108754" y="2690919"/>
            <a:chExt cx="302065" cy="1520982"/>
          </a:xfrm>
        </p:grpSpPr>
        <p:sp>
          <p:nvSpPr>
            <p:cNvPr id="112" name="Google Shape;112;p2"/>
            <p:cNvSpPr/>
            <p:nvPr/>
          </p:nvSpPr>
          <p:spPr>
            <a:xfrm>
              <a:off x="-62388" y="2782841"/>
              <a:ext cx="209364" cy="1335580"/>
            </a:xfrm>
            <a:custGeom>
              <a:avLst/>
              <a:gdLst/>
              <a:ahLst/>
              <a:cxnLst/>
              <a:rect l="l" t="t" r="r" b="b"/>
              <a:pathLst>
                <a:path w="6719" h="42862" fill="none" extrusionOk="0">
                  <a:moveTo>
                    <a:pt x="0" y="42862"/>
                  </a:moveTo>
                  <a:lnTo>
                    <a:pt x="0" y="23799"/>
                  </a:lnTo>
                  <a:lnTo>
                    <a:pt x="6718" y="17056"/>
                  </a:lnTo>
                  <a:lnTo>
                    <a:pt x="6718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2"/>
            <p:cNvSpPr/>
            <p:nvPr/>
          </p:nvSpPr>
          <p:spPr>
            <a:xfrm>
              <a:off x="101358" y="2690919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1"/>
                  </a:moveTo>
                  <a:cubicBezTo>
                    <a:pt x="2281" y="1"/>
                    <a:pt x="2951" y="645"/>
                    <a:pt x="2951" y="1463"/>
                  </a:cubicBezTo>
                  <a:cubicBezTo>
                    <a:pt x="2951" y="2281"/>
                    <a:pt x="2281" y="2951"/>
                    <a:pt x="1463" y="2951"/>
                  </a:cubicBezTo>
                  <a:cubicBezTo>
                    <a:pt x="645" y="2951"/>
                    <a:pt x="1" y="2281"/>
                    <a:pt x="1" y="1463"/>
                  </a:cubicBezTo>
                  <a:cubicBezTo>
                    <a:pt x="1" y="645"/>
                    <a:pt x="645" y="1"/>
                    <a:pt x="1463" y="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2"/>
            <p:cNvSpPr/>
            <p:nvPr/>
          </p:nvSpPr>
          <p:spPr>
            <a:xfrm>
              <a:off x="125320" y="2714881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4" y="0"/>
                  </a:moveTo>
                  <a:cubicBezTo>
                    <a:pt x="322" y="0"/>
                    <a:pt x="0" y="322"/>
                    <a:pt x="0" y="694"/>
                  </a:cubicBezTo>
                  <a:cubicBezTo>
                    <a:pt x="0" y="1091"/>
                    <a:pt x="322" y="1388"/>
                    <a:pt x="694" y="1388"/>
                  </a:cubicBezTo>
                  <a:cubicBezTo>
                    <a:pt x="1091" y="1388"/>
                    <a:pt x="1388" y="1091"/>
                    <a:pt x="1388" y="694"/>
                  </a:cubicBezTo>
                  <a:cubicBezTo>
                    <a:pt x="1388" y="322"/>
                    <a:pt x="1091" y="0"/>
                    <a:pt x="69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115;p2"/>
            <p:cNvSpPr/>
            <p:nvPr/>
          </p:nvSpPr>
          <p:spPr>
            <a:xfrm>
              <a:off x="-108754" y="4119948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88" y="0"/>
                  </a:moveTo>
                  <a:cubicBezTo>
                    <a:pt x="2306" y="0"/>
                    <a:pt x="2951" y="670"/>
                    <a:pt x="2951" y="1463"/>
                  </a:cubicBezTo>
                  <a:cubicBezTo>
                    <a:pt x="2951" y="2281"/>
                    <a:pt x="2306" y="2950"/>
                    <a:pt x="1488" y="2950"/>
                  </a:cubicBezTo>
                  <a:cubicBezTo>
                    <a:pt x="670" y="2950"/>
                    <a:pt x="1" y="2281"/>
                    <a:pt x="1" y="1463"/>
                  </a:cubicBezTo>
                  <a:cubicBezTo>
                    <a:pt x="1" y="670"/>
                    <a:pt x="670" y="0"/>
                    <a:pt x="1488" y="0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116;p2"/>
            <p:cNvSpPr/>
            <p:nvPr/>
          </p:nvSpPr>
          <p:spPr>
            <a:xfrm>
              <a:off x="-84013" y="4144658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7" name="Google Shape;117;p2"/>
          <p:cNvGrpSpPr/>
          <p:nvPr/>
        </p:nvGrpSpPr>
        <p:grpSpPr>
          <a:xfrm>
            <a:off x="1710357" y="-107958"/>
            <a:ext cx="1520982" cy="302065"/>
            <a:chOff x="5642557" y="-150670"/>
            <a:chExt cx="1520982" cy="302065"/>
          </a:xfrm>
        </p:grpSpPr>
        <p:sp>
          <p:nvSpPr>
            <p:cNvPr id="118" name="Google Shape;118;p2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119;p2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120;p2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121;p2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122;p2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3" name="Google Shape;123;p2"/>
          <p:cNvGrpSpPr/>
          <p:nvPr/>
        </p:nvGrpSpPr>
        <p:grpSpPr>
          <a:xfrm>
            <a:off x="6420895" y="-1455296"/>
            <a:ext cx="347400" cy="2297800"/>
            <a:chOff x="6420895" y="-1455296"/>
            <a:chExt cx="347400" cy="2297800"/>
          </a:xfrm>
        </p:grpSpPr>
        <p:sp>
          <p:nvSpPr>
            <p:cNvPr id="124" name="Google Shape;124;p2"/>
            <p:cNvSpPr/>
            <p:nvPr/>
          </p:nvSpPr>
          <p:spPr>
            <a:xfrm rot="5400000">
              <a:off x="5457595" y="-491996"/>
              <a:ext cx="1994700" cy="6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" name="Google Shape;125;p2"/>
            <p:cNvSpPr/>
            <p:nvPr/>
          </p:nvSpPr>
          <p:spPr>
            <a:xfrm rot="5400000">
              <a:off x="5736895" y="-188896"/>
              <a:ext cx="1994700" cy="6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6" name="Google Shape;126;p2"/>
          <p:cNvSpPr/>
          <p:nvPr/>
        </p:nvSpPr>
        <p:spPr>
          <a:xfrm rot="10800000">
            <a:off x="1023762" y="4389464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8" name="Google Shape;128;p3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129" name="Google Shape;129;p3"/>
            <p:cNvSpPr/>
            <p:nvPr/>
          </p:nvSpPr>
          <p:spPr>
            <a:xfrm>
              <a:off x="597550" y="4893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Google Shape;130;p3"/>
            <p:cNvSpPr/>
            <p:nvPr/>
          </p:nvSpPr>
          <p:spPr>
            <a:xfrm>
              <a:off x="597550" y="4780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Google Shape;131;p3"/>
            <p:cNvSpPr/>
            <p:nvPr/>
          </p:nvSpPr>
          <p:spPr>
            <a:xfrm>
              <a:off x="597550" y="46671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Google Shape;132;p3"/>
            <p:cNvSpPr/>
            <p:nvPr/>
          </p:nvSpPr>
          <p:spPr>
            <a:xfrm>
              <a:off x="597550" y="4553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Google Shape;133;p3"/>
            <p:cNvSpPr/>
            <p:nvPr/>
          </p:nvSpPr>
          <p:spPr>
            <a:xfrm>
              <a:off x="597550" y="4441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Google Shape;134;p3"/>
            <p:cNvSpPr/>
            <p:nvPr/>
          </p:nvSpPr>
          <p:spPr>
            <a:xfrm>
              <a:off x="597550" y="4328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" name="Google Shape;135;p3"/>
            <p:cNvSpPr/>
            <p:nvPr/>
          </p:nvSpPr>
          <p:spPr>
            <a:xfrm>
              <a:off x="597550" y="42150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Google Shape;136;p3"/>
            <p:cNvSpPr/>
            <p:nvPr/>
          </p:nvSpPr>
          <p:spPr>
            <a:xfrm>
              <a:off x="597550" y="4101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" name="Google Shape;137;p3"/>
            <p:cNvSpPr/>
            <p:nvPr/>
          </p:nvSpPr>
          <p:spPr>
            <a:xfrm>
              <a:off x="597550" y="3988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Google Shape;138;p3"/>
            <p:cNvSpPr/>
            <p:nvPr/>
          </p:nvSpPr>
          <p:spPr>
            <a:xfrm>
              <a:off x="597550" y="3875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" name="Google Shape;139;p3"/>
            <p:cNvSpPr/>
            <p:nvPr/>
          </p:nvSpPr>
          <p:spPr>
            <a:xfrm>
              <a:off x="597550" y="3762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" name="Google Shape;140;p3"/>
            <p:cNvSpPr/>
            <p:nvPr/>
          </p:nvSpPr>
          <p:spPr>
            <a:xfrm>
              <a:off x="597550" y="36496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" name="Google Shape;141;p3"/>
            <p:cNvSpPr/>
            <p:nvPr/>
          </p:nvSpPr>
          <p:spPr>
            <a:xfrm>
              <a:off x="597550" y="35364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" name="Google Shape;142;p3"/>
            <p:cNvSpPr/>
            <p:nvPr/>
          </p:nvSpPr>
          <p:spPr>
            <a:xfrm>
              <a:off x="597550" y="34232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" name="Google Shape;143;p3"/>
            <p:cNvSpPr/>
            <p:nvPr/>
          </p:nvSpPr>
          <p:spPr>
            <a:xfrm>
              <a:off x="597550" y="33100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Google Shape;144;p3"/>
            <p:cNvSpPr/>
            <p:nvPr/>
          </p:nvSpPr>
          <p:spPr>
            <a:xfrm>
              <a:off x="597550" y="31967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Google Shape;145;p3"/>
            <p:cNvSpPr/>
            <p:nvPr/>
          </p:nvSpPr>
          <p:spPr>
            <a:xfrm>
              <a:off x="597550" y="30835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Google Shape;146;p3"/>
            <p:cNvSpPr/>
            <p:nvPr/>
          </p:nvSpPr>
          <p:spPr>
            <a:xfrm>
              <a:off x="597550" y="29703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" name="Google Shape;147;p3"/>
            <p:cNvSpPr/>
            <p:nvPr/>
          </p:nvSpPr>
          <p:spPr>
            <a:xfrm>
              <a:off x="597550" y="28578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" name="Google Shape;148;p3"/>
            <p:cNvSpPr/>
            <p:nvPr/>
          </p:nvSpPr>
          <p:spPr>
            <a:xfrm>
              <a:off x="597550" y="27446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Google Shape;149;p3"/>
            <p:cNvSpPr/>
            <p:nvPr/>
          </p:nvSpPr>
          <p:spPr>
            <a:xfrm>
              <a:off x="597550" y="263140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" name="Google Shape;150;p3"/>
            <p:cNvSpPr/>
            <p:nvPr/>
          </p:nvSpPr>
          <p:spPr>
            <a:xfrm>
              <a:off x="597550" y="251817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" name="Google Shape;151;p3"/>
            <p:cNvSpPr/>
            <p:nvPr/>
          </p:nvSpPr>
          <p:spPr>
            <a:xfrm>
              <a:off x="597550" y="24049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" name="Google Shape;152;p3"/>
            <p:cNvSpPr/>
            <p:nvPr/>
          </p:nvSpPr>
          <p:spPr>
            <a:xfrm>
              <a:off x="597550" y="22917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Google Shape;153;p3"/>
            <p:cNvSpPr/>
            <p:nvPr/>
          </p:nvSpPr>
          <p:spPr>
            <a:xfrm>
              <a:off x="597550" y="21792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Google Shape;154;p3"/>
            <p:cNvSpPr/>
            <p:nvPr/>
          </p:nvSpPr>
          <p:spPr>
            <a:xfrm>
              <a:off x="597550" y="20660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" name="Google Shape;155;p3"/>
            <p:cNvSpPr/>
            <p:nvPr/>
          </p:nvSpPr>
          <p:spPr>
            <a:xfrm>
              <a:off x="597550" y="19528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" name="Google Shape;156;p3"/>
            <p:cNvSpPr/>
            <p:nvPr/>
          </p:nvSpPr>
          <p:spPr>
            <a:xfrm>
              <a:off x="597550" y="1839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" name="Google Shape;157;p3"/>
            <p:cNvSpPr/>
            <p:nvPr/>
          </p:nvSpPr>
          <p:spPr>
            <a:xfrm>
              <a:off x="597550" y="1726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" name="Google Shape;158;p3"/>
            <p:cNvSpPr/>
            <p:nvPr/>
          </p:nvSpPr>
          <p:spPr>
            <a:xfrm>
              <a:off x="597550" y="16131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" name="Google Shape;159;p3"/>
            <p:cNvSpPr/>
            <p:nvPr/>
          </p:nvSpPr>
          <p:spPr>
            <a:xfrm>
              <a:off x="597550" y="1499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" name="Google Shape;160;p3"/>
            <p:cNvSpPr/>
            <p:nvPr/>
          </p:nvSpPr>
          <p:spPr>
            <a:xfrm>
              <a:off x="597550" y="1387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" name="Google Shape;161;p3"/>
            <p:cNvSpPr/>
            <p:nvPr/>
          </p:nvSpPr>
          <p:spPr>
            <a:xfrm>
              <a:off x="597550" y="1274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Google Shape;162;p3"/>
            <p:cNvSpPr/>
            <p:nvPr/>
          </p:nvSpPr>
          <p:spPr>
            <a:xfrm>
              <a:off x="597550" y="11610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Google Shape;163;p3"/>
            <p:cNvSpPr/>
            <p:nvPr/>
          </p:nvSpPr>
          <p:spPr>
            <a:xfrm>
              <a:off x="597550" y="1047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" name="Google Shape;164;p3"/>
            <p:cNvSpPr/>
            <p:nvPr/>
          </p:nvSpPr>
          <p:spPr>
            <a:xfrm>
              <a:off x="597550" y="934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" name="Google Shape;165;p3"/>
            <p:cNvSpPr/>
            <p:nvPr/>
          </p:nvSpPr>
          <p:spPr>
            <a:xfrm>
              <a:off x="597550" y="821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" name="Google Shape;166;p3"/>
            <p:cNvSpPr/>
            <p:nvPr/>
          </p:nvSpPr>
          <p:spPr>
            <a:xfrm>
              <a:off x="597550" y="708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7" name="Google Shape;167;p3"/>
          <p:cNvSpPr txBox="1">
            <a:spLocks noGrp="1"/>
          </p:cNvSpPr>
          <p:nvPr>
            <p:ph type="title"/>
          </p:nvPr>
        </p:nvSpPr>
        <p:spPr>
          <a:xfrm>
            <a:off x="1208500" y="2089070"/>
            <a:ext cx="6726900" cy="841800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5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68" name="Google Shape;168;p3"/>
          <p:cNvSpPr txBox="1">
            <a:spLocks noGrp="1"/>
          </p:cNvSpPr>
          <p:nvPr>
            <p:ph type="subTitle" idx="1"/>
          </p:nvPr>
        </p:nvSpPr>
        <p:spPr>
          <a:xfrm>
            <a:off x="1208650" y="3054420"/>
            <a:ext cx="6726900" cy="92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69" name="Google Shape;169;p3"/>
          <p:cNvSpPr txBox="1">
            <a:spLocks noGrp="1"/>
          </p:cNvSpPr>
          <p:nvPr>
            <p:ph type="title" idx="2" hasCustomPrompt="1"/>
          </p:nvPr>
        </p:nvSpPr>
        <p:spPr>
          <a:xfrm>
            <a:off x="3132450" y="1168380"/>
            <a:ext cx="2879100" cy="920700"/>
          </a:xfrm>
          <a:prstGeom prst="rect">
            <a:avLst/>
          </a:prstGeom>
          <a:effectLst>
            <a:outerShdw blurRad="57150" algn="bl" rotWithShape="0">
              <a:schemeClr val="accent2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70" name="Google Shape;170;p3"/>
          <p:cNvSpPr/>
          <p:nvPr/>
        </p:nvSpPr>
        <p:spPr>
          <a:xfrm rot="10800000" flipH="1">
            <a:off x="7847593" y="4125574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71" name="Google Shape;171;p3"/>
          <p:cNvGrpSpPr/>
          <p:nvPr/>
        </p:nvGrpSpPr>
        <p:grpSpPr>
          <a:xfrm rot="-5400000" flipH="1">
            <a:off x="7699352" y="4771133"/>
            <a:ext cx="883262" cy="242091"/>
            <a:chOff x="2300350" y="2601250"/>
            <a:chExt cx="2275275" cy="623625"/>
          </a:xfrm>
        </p:grpSpPr>
        <p:sp>
          <p:nvSpPr>
            <p:cNvPr id="172" name="Google Shape;172;p3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" name="Google Shape;173;p3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" name="Google Shape;174;p3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" name="Google Shape;175;p3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" name="Google Shape;176;p3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" name="Google Shape;177;p3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78" name="Google Shape;178;p3"/>
          <p:cNvSpPr/>
          <p:nvPr/>
        </p:nvSpPr>
        <p:spPr>
          <a:xfrm flipH="1">
            <a:off x="8088870" y="1535679"/>
            <a:ext cx="1994700" cy="6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79" name="Google Shape;179;p3"/>
          <p:cNvGrpSpPr/>
          <p:nvPr/>
        </p:nvGrpSpPr>
        <p:grpSpPr>
          <a:xfrm>
            <a:off x="8658746" y="2349080"/>
            <a:ext cx="1823016" cy="196994"/>
            <a:chOff x="7857346" y="4002005"/>
            <a:chExt cx="1823016" cy="196994"/>
          </a:xfrm>
        </p:grpSpPr>
        <p:sp>
          <p:nvSpPr>
            <p:cNvPr id="180" name="Google Shape;180;p3"/>
            <p:cNvSpPr/>
            <p:nvPr/>
          </p:nvSpPr>
          <p:spPr>
            <a:xfrm>
              <a:off x="7956216" y="4048371"/>
              <a:ext cx="1724145" cy="150627"/>
            </a:xfrm>
            <a:custGeom>
              <a:avLst/>
              <a:gdLst/>
              <a:ahLst/>
              <a:cxnLst/>
              <a:rect l="l" t="t" r="r" b="b"/>
              <a:pathLst>
                <a:path w="55332" h="4834" fill="none" extrusionOk="0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" name="Google Shape;181;p3"/>
            <p:cNvSpPr/>
            <p:nvPr/>
          </p:nvSpPr>
          <p:spPr>
            <a:xfrm>
              <a:off x="7857346" y="400200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" name="Google Shape;182;p3"/>
            <p:cNvSpPr/>
            <p:nvPr/>
          </p:nvSpPr>
          <p:spPr>
            <a:xfrm>
              <a:off x="7882087" y="4026715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83" name="Google Shape;183;p3"/>
          <p:cNvSpPr/>
          <p:nvPr/>
        </p:nvSpPr>
        <p:spPr>
          <a:xfrm rot="5400000">
            <a:off x="8206162" y="-34881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" name="Google Shape;184;p3"/>
          <p:cNvSpPr/>
          <p:nvPr/>
        </p:nvSpPr>
        <p:spPr>
          <a:xfrm>
            <a:off x="16995" y="8506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85" name="Google Shape;185;p3"/>
          <p:cNvGrpSpPr/>
          <p:nvPr/>
        </p:nvGrpSpPr>
        <p:grpSpPr>
          <a:xfrm rot="-5400000">
            <a:off x="338683" y="-295650"/>
            <a:ext cx="302065" cy="1520982"/>
            <a:chOff x="-108754" y="2690919"/>
            <a:chExt cx="302065" cy="1520982"/>
          </a:xfrm>
        </p:grpSpPr>
        <p:sp>
          <p:nvSpPr>
            <p:cNvPr id="186" name="Google Shape;186;p3"/>
            <p:cNvSpPr/>
            <p:nvPr/>
          </p:nvSpPr>
          <p:spPr>
            <a:xfrm>
              <a:off x="-62388" y="2782841"/>
              <a:ext cx="209364" cy="1335580"/>
            </a:xfrm>
            <a:custGeom>
              <a:avLst/>
              <a:gdLst/>
              <a:ahLst/>
              <a:cxnLst/>
              <a:rect l="l" t="t" r="r" b="b"/>
              <a:pathLst>
                <a:path w="6719" h="42862" fill="none" extrusionOk="0">
                  <a:moveTo>
                    <a:pt x="0" y="42862"/>
                  </a:moveTo>
                  <a:lnTo>
                    <a:pt x="0" y="23799"/>
                  </a:lnTo>
                  <a:lnTo>
                    <a:pt x="6718" y="17056"/>
                  </a:lnTo>
                  <a:lnTo>
                    <a:pt x="6718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" name="Google Shape;187;p3"/>
            <p:cNvSpPr/>
            <p:nvPr/>
          </p:nvSpPr>
          <p:spPr>
            <a:xfrm>
              <a:off x="101358" y="2690919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1"/>
                  </a:moveTo>
                  <a:cubicBezTo>
                    <a:pt x="2281" y="1"/>
                    <a:pt x="2951" y="645"/>
                    <a:pt x="2951" y="1463"/>
                  </a:cubicBezTo>
                  <a:cubicBezTo>
                    <a:pt x="2951" y="2281"/>
                    <a:pt x="2281" y="2951"/>
                    <a:pt x="1463" y="2951"/>
                  </a:cubicBezTo>
                  <a:cubicBezTo>
                    <a:pt x="645" y="2951"/>
                    <a:pt x="1" y="2281"/>
                    <a:pt x="1" y="1463"/>
                  </a:cubicBezTo>
                  <a:cubicBezTo>
                    <a:pt x="1" y="645"/>
                    <a:pt x="645" y="1"/>
                    <a:pt x="1463" y="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" name="Google Shape;188;p3"/>
            <p:cNvSpPr/>
            <p:nvPr/>
          </p:nvSpPr>
          <p:spPr>
            <a:xfrm>
              <a:off x="125320" y="2714881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4" y="0"/>
                  </a:moveTo>
                  <a:cubicBezTo>
                    <a:pt x="322" y="0"/>
                    <a:pt x="0" y="322"/>
                    <a:pt x="0" y="694"/>
                  </a:cubicBezTo>
                  <a:cubicBezTo>
                    <a:pt x="0" y="1091"/>
                    <a:pt x="322" y="1388"/>
                    <a:pt x="694" y="1388"/>
                  </a:cubicBezTo>
                  <a:cubicBezTo>
                    <a:pt x="1091" y="1388"/>
                    <a:pt x="1388" y="1091"/>
                    <a:pt x="1388" y="694"/>
                  </a:cubicBezTo>
                  <a:cubicBezTo>
                    <a:pt x="1388" y="322"/>
                    <a:pt x="1091" y="0"/>
                    <a:pt x="69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" name="Google Shape;189;p3"/>
            <p:cNvSpPr/>
            <p:nvPr/>
          </p:nvSpPr>
          <p:spPr>
            <a:xfrm>
              <a:off x="-108754" y="4119948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88" y="0"/>
                  </a:moveTo>
                  <a:cubicBezTo>
                    <a:pt x="2306" y="0"/>
                    <a:pt x="2951" y="670"/>
                    <a:pt x="2951" y="1463"/>
                  </a:cubicBezTo>
                  <a:cubicBezTo>
                    <a:pt x="2951" y="2281"/>
                    <a:pt x="2306" y="2950"/>
                    <a:pt x="1488" y="2950"/>
                  </a:cubicBezTo>
                  <a:cubicBezTo>
                    <a:pt x="670" y="2950"/>
                    <a:pt x="1" y="2281"/>
                    <a:pt x="1" y="1463"/>
                  </a:cubicBezTo>
                  <a:cubicBezTo>
                    <a:pt x="1" y="670"/>
                    <a:pt x="670" y="0"/>
                    <a:pt x="1488" y="0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" name="Google Shape;190;p3"/>
            <p:cNvSpPr/>
            <p:nvPr/>
          </p:nvSpPr>
          <p:spPr>
            <a:xfrm>
              <a:off x="-84013" y="4144658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1" name="Google Shape;191;p3"/>
          <p:cNvGrpSpPr/>
          <p:nvPr/>
        </p:nvGrpSpPr>
        <p:grpSpPr>
          <a:xfrm>
            <a:off x="5134732" y="4950349"/>
            <a:ext cx="1520982" cy="302065"/>
            <a:chOff x="5642557" y="-150670"/>
            <a:chExt cx="1520982" cy="302065"/>
          </a:xfrm>
        </p:grpSpPr>
        <p:sp>
          <p:nvSpPr>
            <p:cNvPr id="192" name="Google Shape;192;p3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" name="Google Shape;193;p3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" name="Google Shape;194;p3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" name="Google Shape;195;p3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3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7" name="Google Shape;197;p3"/>
          <p:cNvGrpSpPr/>
          <p:nvPr/>
        </p:nvGrpSpPr>
        <p:grpSpPr>
          <a:xfrm>
            <a:off x="8419792" y="3307266"/>
            <a:ext cx="1105976" cy="133969"/>
            <a:chOff x="8183182" y="663852"/>
            <a:chExt cx="1475028" cy="178673"/>
          </a:xfrm>
        </p:grpSpPr>
        <p:grpSp>
          <p:nvGrpSpPr>
            <p:cNvPr id="198" name="Google Shape;198;p3"/>
            <p:cNvGrpSpPr/>
            <p:nvPr/>
          </p:nvGrpSpPr>
          <p:grpSpPr>
            <a:xfrm>
              <a:off x="8183182" y="774425"/>
              <a:ext cx="1178025" cy="68100"/>
              <a:chOff x="2024450" y="204150"/>
              <a:chExt cx="1178025" cy="68100"/>
            </a:xfrm>
          </p:grpSpPr>
          <p:sp>
            <p:nvSpPr>
              <p:cNvPr id="199" name="Google Shape;199;p3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" name="Google Shape;200;p3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" name="Google Shape;201;p3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" name="Google Shape;202;p3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" name="Google Shape;203;p3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" name="Google Shape;204;p3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" name="Google Shape;205;p3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" name="Google Shape;206;p3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" name="Google Shape;207;p3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" name="Google Shape;208;p3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09" name="Google Shape;209;p3"/>
            <p:cNvGrpSpPr/>
            <p:nvPr/>
          </p:nvGrpSpPr>
          <p:grpSpPr>
            <a:xfrm>
              <a:off x="8480185" y="663852"/>
              <a:ext cx="1178025" cy="68100"/>
              <a:chOff x="2024450" y="204150"/>
              <a:chExt cx="1178025" cy="68100"/>
            </a:xfrm>
          </p:grpSpPr>
          <p:sp>
            <p:nvSpPr>
              <p:cNvPr id="210" name="Google Shape;210;p3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" name="Google Shape;211;p3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" name="Google Shape;212;p3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" name="Google Shape;213;p3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" name="Google Shape;214;p3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" name="Google Shape;215;p3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" name="Google Shape;216;p3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" name="Google Shape;217;p3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" name="Google Shape;218;p3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" name="Google Shape;219;p3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220" name="Google Shape;220;p3"/>
          <p:cNvSpPr/>
          <p:nvPr/>
        </p:nvSpPr>
        <p:spPr>
          <a:xfrm>
            <a:off x="-1414555" y="4023829"/>
            <a:ext cx="1994700" cy="6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1" name="Google Shape;221;p3"/>
          <p:cNvSpPr/>
          <p:nvPr/>
        </p:nvSpPr>
        <p:spPr>
          <a:xfrm>
            <a:off x="-1111455" y="3744529"/>
            <a:ext cx="1994700" cy="6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22" name="Google Shape;222;p3"/>
          <p:cNvGrpSpPr/>
          <p:nvPr/>
        </p:nvGrpSpPr>
        <p:grpSpPr>
          <a:xfrm rot="10800000">
            <a:off x="-155261" y="2431003"/>
            <a:ext cx="883262" cy="242091"/>
            <a:chOff x="2300350" y="2601250"/>
            <a:chExt cx="2275275" cy="623625"/>
          </a:xfrm>
        </p:grpSpPr>
        <p:sp>
          <p:nvSpPr>
            <p:cNvPr id="223" name="Google Shape;223;p3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" name="Google Shape;224;p3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" name="Google Shape;225;p3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" name="Google Shape;226;p3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" name="Google Shape;227;p3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" name="Google Shape;228;p3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0" name="Google Shape;230;p4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231" name="Google Shape;231;p4"/>
            <p:cNvSpPr/>
            <p:nvPr/>
          </p:nvSpPr>
          <p:spPr>
            <a:xfrm>
              <a:off x="597550" y="4893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" name="Google Shape;232;p4"/>
            <p:cNvSpPr/>
            <p:nvPr/>
          </p:nvSpPr>
          <p:spPr>
            <a:xfrm>
              <a:off x="597550" y="4780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" name="Google Shape;233;p4"/>
            <p:cNvSpPr/>
            <p:nvPr/>
          </p:nvSpPr>
          <p:spPr>
            <a:xfrm>
              <a:off x="597550" y="46671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" name="Google Shape;234;p4"/>
            <p:cNvSpPr/>
            <p:nvPr/>
          </p:nvSpPr>
          <p:spPr>
            <a:xfrm>
              <a:off x="597550" y="4553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" name="Google Shape;235;p4"/>
            <p:cNvSpPr/>
            <p:nvPr/>
          </p:nvSpPr>
          <p:spPr>
            <a:xfrm>
              <a:off x="597550" y="4441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" name="Google Shape;236;p4"/>
            <p:cNvSpPr/>
            <p:nvPr/>
          </p:nvSpPr>
          <p:spPr>
            <a:xfrm>
              <a:off x="597550" y="4328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" name="Google Shape;237;p4"/>
            <p:cNvSpPr/>
            <p:nvPr/>
          </p:nvSpPr>
          <p:spPr>
            <a:xfrm>
              <a:off x="597550" y="42150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" name="Google Shape;238;p4"/>
            <p:cNvSpPr/>
            <p:nvPr/>
          </p:nvSpPr>
          <p:spPr>
            <a:xfrm>
              <a:off x="597550" y="4101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" name="Google Shape;239;p4"/>
            <p:cNvSpPr/>
            <p:nvPr/>
          </p:nvSpPr>
          <p:spPr>
            <a:xfrm>
              <a:off x="597550" y="3988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" name="Google Shape;240;p4"/>
            <p:cNvSpPr/>
            <p:nvPr/>
          </p:nvSpPr>
          <p:spPr>
            <a:xfrm>
              <a:off x="597550" y="3875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" name="Google Shape;241;p4"/>
            <p:cNvSpPr/>
            <p:nvPr/>
          </p:nvSpPr>
          <p:spPr>
            <a:xfrm>
              <a:off x="597550" y="3762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" name="Google Shape;242;p4"/>
            <p:cNvSpPr/>
            <p:nvPr/>
          </p:nvSpPr>
          <p:spPr>
            <a:xfrm>
              <a:off x="597550" y="36496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" name="Google Shape;243;p4"/>
            <p:cNvSpPr/>
            <p:nvPr/>
          </p:nvSpPr>
          <p:spPr>
            <a:xfrm>
              <a:off x="597550" y="35364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" name="Google Shape;244;p4"/>
            <p:cNvSpPr/>
            <p:nvPr/>
          </p:nvSpPr>
          <p:spPr>
            <a:xfrm>
              <a:off x="597550" y="34232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" name="Google Shape;245;p4"/>
            <p:cNvSpPr/>
            <p:nvPr/>
          </p:nvSpPr>
          <p:spPr>
            <a:xfrm>
              <a:off x="597550" y="33100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" name="Google Shape;246;p4"/>
            <p:cNvSpPr/>
            <p:nvPr/>
          </p:nvSpPr>
          <p:spPr>
            <a:xfrm>
              <a:off x="597550" y="31967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" name="Google Shape;247;p4"/>
            <p:cNvSpPr/>
            <p:nvPr/>
          </p:nvSpPr>
          <p:spPr>
            <a:xfrm>
              <a:off x="597550" y="30835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" name="Google Shape;248;p4"/>
            <p:cNvSpPr/>
            <p:nvPr/>
          </p:nvSpPr>
          <p:spPr>
            <a:xfrm>
              <a:off x="597550" y="29703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" name="Google Shape;249;p4"/>
            <p:cNvSpPr/>
            <p:nvPr/>
          </p:nvSpPr>
          <p:spPr>
            <a:xfrm>
              <a:off x="597550" y="28578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" name="Google Shape;250;p4"/>
            <p:cNvSpPr/>
            <p:nvPr/>
          </p:nvSpPr>
          <p:spPr>
            <a:xfrm>
              <a:off x="597550" y="27446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" name="Google Shape;251;p4"/>
            <p:cNvSpPr/>
            <p:nvPr/>
          </p:nvSpPr>
          <p:spPr>
            <a:xfrm>
              <a:off x="597550" y="263140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" name="Google Shape;252;p4"/>
            <p:cNvSpPr/>
            <p:nvPr/>
          </p:nvSpPr>
          <p:spPr>
            <a:xfrm>
              <a:off x="597550" y="251817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" name="Google Shape;253;p4"/>
            <p:cNvSpPr/>
            <p:nvPr/>
          </p:nvSpPr>
          <p:spPr>
            <a:xfrm>
              <a:off x="597550" y="24049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" name="Google Shape;254;p4"/>
            <p:cNvSpPr/>
            <p:nvPr/>
          </p:nvSpPr>
          <p:spPr>
            <a:xfrm>
              <a:off x="597550" y="22917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" name="Google Shape;255;p4"/>
            <p:cNvSpPr/>
            <p:nvPr/>
          </p:nvSpPr>
          <p:spPr>
            <a:xfrm>
              <a:off x="597550" y="21792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" name="Google Shape;256;p4"/>
            <p:cNvSpPr/>
            <p:nvPr/>
          </p:nvSpPr>
          <p:spPr>
            <a:xfrm>
              <a:off x="597550" y="20660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" name="Google Shape;257;p4"/>
            <p:cNvSpPr/>
            <p:nvPr/>
          </p:nvSpPr>
          <p:spPr>
            <a:xfrm>
              <a:off x="597550" y="19528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" name="Google Shape;258;p4"/>
            <p:cNvSpPr/>
            <p:nvPr/>
          </p:nvSpPr>
          <p:spPr>
            <a:xfrm>
              <a:off x="597550" y="1839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" name="Google Shape;259;p4"/>
            <p:cNvSpPr/>
            <p:nvPr/>
          </p:nvSpPr>
          <p:spPr>
            <a:xfrm>
              <a:off x="597550" y="1726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" name="Google Shape;260;p4"/>
            <p:cNvSpPr/>
            <p:nvPr/>
          </p:nvSpPr>
          <p:spPr>
            <a:xfrm>
              <a:off x="597550" y="16131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" name="Google Shape;261;p4"/>
            <p:cNvSpPr/>
            <p:nvPr/>
          </p:nvSpPr>
          <p:spPr>
            <a:xfrm>
              <a:off x="597550" y="1499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" name="Google Shape;262;p4"/>
            <p:cNvSpPr/>
            <p:nvPr/>
          </p:nvSpPr>
          <p:spPr>
            <a:xfrm>
              <a:off x="597550" y="1387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" name="Google Shape;263;p4"/>
            <p:cNvSpPr/>
            <p:nvPr/>
          </p:nvSpPr>
          <p:spPr>
            <a:xfrm>
              <a:off x="597550" y="1274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" name="Google Shape;264;p4"/>
            <p:cNvSpPr/>
            <p:nvPr/>
          </p:nvSpPr>
          <p:spPr>
            <a:xfrm>
              <a:off x="597550" y="11610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" name="Google Shape;265;p4"/>
            <p:cNvSpPr/>
            <p:nvPr/>
          </p:nvSpPr>
          <p:spPr>
            <a:xfrm>
              <a:off x="597550" y="1047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" name="Google Shape;266;p4"/>
            <p:cNvSpPr/>
            <p:nvPr/>
          </p:nvSpPr>
          <p:spPr>
            <a:xfrm>
              <a:off x="597550" y="934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" name="Google Shape;267;p4"/>
            <p:cNvSpPr/>
            <p:nvPr/>
          </p:nvSpPr>
          <p:spPr>
            <a:xfrm>
              <a:off x="597550" y="821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" name="Google Shape;268;p4"/>
            <p:cNvSpPr/>
            <p:nvPr/>
          </p:nvSpPr>
          <p:spPr>
            <a:xfrm>
              <a:off x="597550" y="708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69" name="Google Shape;269;p4"/>
          <p:cNvSpPr txBox="1">
            <a:spLocks noGrp="1"/>
          </p:cNvSpPr>
          <p:nvPr>
            <p:ph type="title"/>
          </p:nvPr>
        </p:nvSpPr>
        <p:spPr>
          <a:xfrm>
            <a:off x="713100" y="539400"/>
            <a:ext cx="77178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270" name="Google Shape;270;p4"/>
          <p:cNvSpPr txBox="1">
            <a:spLocks noGrp="1"/>
          </p:cNvSpPr>
          <p:nvPr>
            <p:ph type="body" idx="1"/>
          </p:nvPr>
        </p:nvSpPr>
        <p:spPr>
          <a:xfrm>
            <a:off x="713100" y="1187700"/>
            <a:ext cx="77178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AutoNum type="arabicPeriod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/>
            </a:lvl9pPr>
          </a:lstStyle>
          <a:p>
            <a:endParaRPr/>
          </a:p>
        </p:txBody>
      </p:sp>
      <p:grpSp>
        <p:nvGrpSpPr>
          <p:cNvPr id="271" name="Google Shape;271;p4"/>
          <p:cNvGrpSpPr/>
          <p:nvPr/>
        </p:nvGrpSpPr>
        <p:grpSpPr>
          <a:xfrm rot="5400000" flipH="1">
            <a:off x="7845446" y="144030"/>
            <a:ext cx="1823016" cy="296643"/>
            <a:chOff x="7857346" y="3902355"/>
            <a:chExt cx="1823016" cy="296643"/>
          </a:xfrm>
        </p:grpSpPr>
        <p:sp>
          <p:nvSpPr>
            <p:cNvPr id="272" name="Google Shape;272;p4"/>
            <p:cNvSpPr/>
            <p:nvPr/>
          </p:nvSpPr>
          <p:spPr>
            <a:xfrm>
              <a:off x="7956216" y="4048371"/>
              <a:ext cx="1724145" cy="150627"/>
            </a:xfrm>
            <a:custGeom>
              <a:avLst/>
              <a:gdLst/>
              <a:ahLst/>
              <a:cxnLst/>
              <a:rect l="l" t="t" r="r" b="b"/>
              <a:pathLst>
                <a:path w="55332" h="4834" fill="none" extrusionOk="0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" name="Google Shape;273;p4"/>
            <p:cNvSpPr/>
            <p:nvPr/>
          </p:nvSpPr>
          <p:spPr>
            <a:xfrm>
              <a:off x="8453686" y="390235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0" y="1488"/>
                  </a:moveTo>
                  <a:cubicBezTo>
                    <a:pt x="0" y="670"/>
                    <a:pt x="670" y="1"/>
                    <a:pt x="1488" y="1"/>
                  </a:cubicBezTo>
                  <a:cubicBezTo>
                    <a:pt x="2306" y="1"/>
                    <a:pt x="2950" y="670"/>
                    <a:pt x="2950" y="1488"/>
                  </a:cubicBezTo>
                  <a:cubicBezTo>
                    <a:pt x="2950" y="2281"/>
                    <a:pt x="2306" y="2951"/>
                    <a:pt x="1488" y="2951"/>
                  </a:cubicBezTo>
                  <a:cubicBezTo>
                    <a:pt x="670" y="2951"/>
                    <a:pt x="0" y="2281"/>
                    <a:pt x="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" name="Google Shape;274;p4"/>
            <p:cNvSpPr/>
            <p:nvPr/>
          </p:nvSpPr>
          <p:spPr>
            <a:xfrm>
              <a:off x="8478396" y="3927096"/>
              <a:ext cx="43281" cy="42502"/>
            </a:xfrm>
            <a:custGeom>
              <a:avLst/>
              <a:gdLst/>
              <a:ahLst/>
              <a:cxnLst/>
              <a:rect l="l" t="t" r="r" b="b"/>
              <a:pathLst>
                <a:path w="1389" h="1364" extrusionOk="0">
                  <a:moveTo>
                    <a:pt x="695" y="0"/>
                  </a:moveTo>
                  <a:cubicBezTo>
                    <a:pt x="298" y="0"/>
                    <a:pt x="1" y="298"/>
                    <a:pt x="1" y="694"/>
                  </a:cubicBezTo>
                  <a:cubicBezTo>
                    <a:pt x="1" y="1066"/>
                    <a:pt x="298" y="1363"/>
                    <a:pt x="695" y="1363"/>
                  </a:cubicBezTo>
                  <a:cubicBezTo>
                    <a:pt x="1067" y="1363"/>
                    <a:pt x="1389" y="1066"/>
                    <a:pt x="1389" y="694"/>
                  </a:cubicBezTo>
                  <a:cubicBezTo>
                    <a:pt x="1389" y="298"/>
                    <a:pt x="1067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" name="Google Shape;275;p4"/>
            <p:cNvSpPr/>
            <p:nvPr/>
          </p:nvSpPr>
          <p:spPr>
            <a:xfrm>
              <a:off x="7857346" y="400200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" name="Google Shape;276;p4"/>
            <p:cNvSpPr/>
            <p:nvPr/>
          </p:nvSpPr>
          <p:spPr>
            <a:xfrm>
              <a:off x="7882087" y="4026715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" name="Google Shape;277;p4"/>
            <p:cNvSpPr/>
            <p:nvPr/>
          </p:nvSpPr>
          <p:spPr>
            <a:xfrm>
              <a:off x="8545608" y="3948721"/>
              <a:ext cx="1134754" cy="175368"/>
            </a:xfrm>
            <a:custGeom>
              <a:avLst/>
              <a:gdLst/>
              <a:ahLst/>
              <a:cxnLst/>
              <a:rect l="l" t="t" r="r" b="b"/>
              <a:pathLst>
                <a:path w="36417" h="5628" fill="none" extrusionOk="0">
                  <a:moveTo>
                    <a:pt x="0" y="0"/>
                  </a:moveTo>
                  <a:lnTo>
                    <a:pt x="6049" y="0"/>
                  </a:lnTo>
                  <a:lnTo>
                    <a:pt x="8379" y="2330"/>
                  </a:lnTo>
                  <a:lnTo>
                    <a:pt x="11676" y="5627"/>
                  </a:lnTo>
                  <a:lnTo>
                    <a:pt x="36416" y="5627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78" name="Google Shape;278;p4"/>
          <p:cNvSpPr/>
          <p:nvPr/>
        </p:nvSpPr>
        <p:spPr>
          <a:xfrm rot="5400000">
            <a:off x="8206161" y="4207875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79" name="Google Shape;279;p4"/>
          <p:cNvGrpSpPr/>
          <p:nvPr/>
        </p:nvGrpSpPr>
        <p:grpSpPr>
          <a:xfrm>
            <a:off x="8085946" y="4723543"/>
            <a:ext cx="1823016" cy="196994"/>
            <a:chOff x="8085946" y="4723543"/>
            <a:chExt cx="1823016" cy="196994"/>
          </a:xfrm>
        </p:grpSpPr>
        <p:sp>
          <p:nvSpPr>
            <p:cNvPr id="280" name="Google Shape;280;p4"/>
            <p:cNvSpPr/>
            <p:nvPr/>
          </p:nvSpPr>
          <p:spPr>
            <a:xfrm rot="10800000" flipH="1">
              <a:off x="8184816" y="4723543"/>
              <a:ext cx="1724145" cy="150627"/>
            </a:xfrm>
            <a:custGeom>
              <a:avLst/>
              <a:gdLst/>
              <a:ahLst/>
              <a:cxnLst/>
              <a:rect l="l" t="t" r="r" b="b"/>
              <a:pathLst>
                <a:path w="55332" h="4834" fill="none" extrusionOk="0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" name="Google Shape;281;p4"/>
            <p:cNvSpPr/>
            <p:nvPr/>
          </p:nvSpPr>
          <p:spPr>
            <a:xfrm rot="10800000" flipH="1">
              <a:off x="8085946" y="4828583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" name="Google Shape;282;p4"/>
            <p:cNvSpPr/>
            <p:nvPr/>
          </p:nvSpPr>
          <p:spPr>
            <a:xfrm rot="10800000" flipH="1">
              <a:off x="8110687" y="4853293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83" name="Google Shape;283;p4"/>
          <p:cNvGrpSpPr/>
          <p:nvPr/>
        </p:nvGrpSpPr>
        <p:grpSpPr>
          <a:xfrm>
            <a:off x="-243064" y="160512"/>
            <a:ext cx="1105976" cy="133969"/>
            <a:chOff x="8183182" y="663852"/>
            <a:chExt cx="1475028" cy="178673"/>
          </a:xfrm>
        </p:grpSpPr>
        <p:grpSp>
          <p:nvGrpSpPr>
            <p:cNvPr id="284" name="Google Shape;284;p4"/>
            <p:cNvGrpSpPr/>
            <p:nvPr/>
          </p:nvGrpSpPr>
          <p:grpSpPr>
            <a:xfrm>
              <a:off x="8183182" y="774425"/>
              <a:ext cx="1178025" cy="68100"/>
              <a:chOff x="2024450" y="204150"/>
              <a:chExt cx="1178025" cy="68100"/>
            </a:xfrm>
          </p:grpSpPr>
          <p:sp>
            <p:nvSpPr>
              <p:cNvPr id="285" name="Google Shape;285;p4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" name="Google Shape;286;p4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" name="Google Shape;287;p4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" name="Google Shape;288;p4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" name="Google Shape;289;p4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" name="Google Shape;290;p4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" name="Google Shape;291;p4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" name="Google Shape;292;p4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" name="Google Shape;293;p4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" name="Google Shape;294;p4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95" name="Google Shape;295;p4"/>
            <p:cNvGrpSpPr/>
            <p:nvPr/>
          </p:nvGrpSpPr>
          <p:grpSpPr>
            <a:xfrm>
              <a:off x="8480185" y="663852"/>
              <a:ext cx="1178025" cy="68100"/>
              <a:chOff x="2024450" y="204150"/>
              <a:chExt cx="1178025" cy="68100"/>
            </a:xfrm>
          </p:grpSpPr>
          <p:sp>
            <p:nvSpPr>
              <p:cNvPr id="296" name="Google Shape;296;p4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" name="Google Shape;297;p4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" name="Google Shape;298;p4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" name="Google Shape;299;p4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" name="Google Shape;300;p4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" name="Google Shape;301;p4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" name="Google Shape;302;p4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" name="Google Shape;303;p4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" name="Google Shape;304;p4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" name="Google Shape;305;p4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306" name="Google Shape;306;p4"/>
          <p:cNvSpPr/>
          <p:nvPr/>
        </p:nvSpPr>
        <p:spPr>
          <a:xfrm>
            <a:off x="-1568655" y="3363529"/>
            <a:ext cx="1994700" cy="6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p4"/>
          <p:cNvSpPr/>
          <p:nvPr/>
        </p:nvSpPr>
        <p:spPr>
          <a:xfrm rot="10800000">
            <a:off x="12" y="3859064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9" name="Google Shape;309;p5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310" name="Google Shape;310;p5"/>
            <p:cNvSpPr/>
            <p:nvPr/>
          </p:nvSpPr>
          <p:spPr>
            <a:xfrm>
              <a:off x="597550" y="4893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" name="Google Shape;311;p5"/>
            <p:cNvSpPr/>
            <p:nvPr/>
          </p:nvSpPr>
          <p:spPr>
            <a:xfrm>
              <a:off x="597550" y="4780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" name="Google Shape;312;p5"/>
            <p:cNvSpPr/>
            <p:nvPr/>
          </p:nvSpPr>
          <p:spPr>
            <a:xfrm>
              <a:off x="597550" y="46671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" name="Google Shape;313;p5"/>
            <p:cNvSpPr/>
            <p:nvPr/>
          </p:nvSpPr>
          <p:spPr>
            <a:xfrm>
              <a:off x="597550" y="4553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" name="Google Shape;314;p5"/>
            <p:cNvSpPr/>
            <p:nvPr/>
          </p:nvSpPr>
          <p:spPr>
            <a:xfrm>
              <a:off x="597550" y="4441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" name="Google Shape;315;p5"/>
            <p:cNvSpPr/>
            <p:nvPr/>
          </p:nvSpPr>
          <p:spPr>
            <a:xfrm>
              <a:off x="597550" y="4328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" name="Google Shape;316;p5"/>
            <p:cNvSpPr/>
            <p:nvPr/>
          </p:nvSpPr>
          <p:spPr>
            <a:xfrm>
              <a:off x="597550" y="42150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" name="Google Shape;317;p5"/>
            <p:cNvSpPr/>
            <p:nvPr/>
          </p:nvSpPr>
          <p:spPr>
            <a:xfrm>
              <a:off x="597550" y="4101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" name="Google Shape;318;p5"/>
            <p:cNvSpPr/>
            <p:nvPr/>
          </p:nvSpPr>
          <p:spPr>
            <a:xfrm>
              <a:off x="597550" y="3988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" name="Google Shape;319;p5"/>
            <p:cNvSpPr/>
            <p:nvPr/>
          </p:nvSpPr>
          <p:spPr>
            <a:xfrm>
              <a:off x="597550" y="3875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" name="Google Shape;320;p5"/>
            <p:cNvSpPr/>
            <p:nvPr/>
          </p:nvSpPr>
          <p:spPr>
            <a:xfrm>
              <a:off x="597550" y="3762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" name="Google Shape;321;p5"/>
            <p:cNvSpPr/>
            <p:nvPr/>
          </p:nvSpPr>
          <p:spPr>
            <a:xfrm>
              <a:off x="597550" y="36496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" name="Google Shape;322;p5"/>
            <p:cNvSpPr/>
            <p:nvPr/>
          </p:nvSpPr>
          <p:spPr>
            <a:xfrm>
              <a:off x="597550" y="35364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" name="Google Shape;323;p5"/>
            <p:cNvSpPr/>
            <p:nvPr/>
          </p:nvSpPr>
          <p:spPr>
            <a:xfrm>
              <a:off x="597550" y="34232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" name="Google Shape;324;p5"/>
            <p:cNvSpPr/>
            <p:nvPr/>
          </p:nvSpPr>
          <p:spPr>
            <a:xfrm>
              <a:off x="597550" y="33100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" name="Google Shape;325;p5"/>
            <p:cNvSpPr/>
            <p:nvPr/>
          </p:nvSpPr>
          <p:spPr>
            <a:xfrm>
              <a:off x="597550" y="31967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" name="Google Shape;326;p5"/>
            <p:cNvSpPr/>
            <p:nvPr/>
          </p:nvSpPr>
          <p:spPr>
            <a:xfrm>
              <a:off x="597550" y="30835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" name="Google Shape;327;p5"/>
            <p:cNvSpPr/>
            <p:nvPr/>
          </p:nvSpPr>
          <p:spPr>
            <a:xfrm>
              <a:off x="597550" y="29703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" name="Google Shape;328;p5"/>
            <p:cNvSpPr/>
            <p:nvPr/>
          </p:nvSpPr>
          <p:spPr>
            <a:xfrm>
              <a:off x="597550" y="28578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" name="Google Shape;329;p5"/>
            <p:cNvSpPr/>
            <p:nvPr/>
          </p:nvSpPr>
          <p:spPr>
            <a:xfrm>
              <a:off x="597550" y="27446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" name="Google Shape;330;p5"/>
            <p:cNvSpPr/>
            <p:nvPr/>
          </p:nvSpPr>
          <p:spPr>
            <a:xfrm>
              <a:off x="597550" y="263140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" name="Google Shape;331;p5"/>
            <p:cNvSpPr/>
            <p:nvPr/>
          </p:nvSpPr>
          <p:spPr>
            <a:xfrm>
              <a:off x="597550" y="251817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" name="Google Shape;332;p5"/>
            <p:cNvSpPr/>
            <p:nvPr/>
          </p:nvSpPr>
          <p:spPr>
            <a:xfrm>
              <a:off x="597550" y="24049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" name="Google Shape;333;p5"/>
            <p:cNvSpPr/>
            <p:nvPr/>
          </p:nvSpPr>
          <p:spPr>
            <a:xfrm>
              <a:off x="597550" y="22917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" name="Google Shape;334;p5"/>
            <p:cNvSpPr/>
            <p:nvPr/>
          </p:nvSpPr>
          <p:spPr>
            <a:xfrm>
              <a:off x="597550" y="21792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" name="Google Shape;335;p5"/>
            <p:cNvSpPr/>
            <p:nvPr/>
          </p:nvSpPr>
          <p:spPr>
            <a:xfrm>
              <a:off x="597550" y="20660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" name="Google Shape;336;p5"/>
            <p:cNvSpPr/>
            <p:nvPr/>
          </p:nvSpPr>
          <p:spPr>
            <a:xfrm>
              <a:off x="597550" y="19528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" name="Google Shape;337;p5"/>
            <p:cNvSpPr/>
            <p:nvPr/>
          </p:nvSpPr>
          <p:spPr>
            <a:xfrm>
              <a:off x="597550" y="1839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" name="Google Shape;338;p5"/>
            <p:cNvSpPr/>
            <p:nvPr/>
          </p:nvSpPr>
          <p:spPr>
            <a:xfrm>
              <a:off x="597550" y="1726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" name="Google Shape;339;p5"/>
            <p:cNvSpPr/>
            <p:nvPr/>
          </p:nvSpPr>
          <p:spPr>
            <a:xfrm>
              <a:off x="597550" y="16131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" name="Google Shape;340;p5"/>
            <p:cNvSpPr/>
            <p:nvPr/>
          </p:nvSpPr>
          <p:spPr>
            <a:xfrm>
              <a:off x="597550" y="1499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" name="Google Shape;341;p5"/>
            <p:cNvSpPr/>
            <p:nvPr/>
          </p:nvSpPr>
          <p:spPr>
            <a:xfrm>
              <a:off x="597550" y="1387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" name="Google Shape;342;p5"/>
            <p:cNvSpPr/>
            <p:nvPr/>
          </p:nvSpPr>
          <p:spPr>
            <a:xfrm>
              <a:off x="597550" y="1274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" name="Google Shape;343;p5"/>
            <p:cNvSpPr/>
            <p:nvPr/>
          </p:nvSpPr>
          <p:spPr>
            <a:xfrm>
              <a:off x="597550" y="11610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" name="Google Shape;344;p5"/>
            <p:cNvSpPr/>
            <p:nvPr/>
          </p:nvSpPr>
          <p:spPr>
            <a:xfrm>
              <a:off x="597550" y="1047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" name="Google Shape;345;p5"/>
            <p:cNvSpPr/>
            <p:nvPr/>
          </p:nvSpPr>
          <p:spPr>
            <a:xfrm>
              <a:off x="597550" y="934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" name="Google Shape;346;p5"/>
            <p:cNvSpPr/>
            <p:nvPr/>
          </p:nvSpPr>
          <p:spPr>
            <a:xfrm>
              <a:off x="597550" y="821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" name="Google Shape;347;p5"/>
            <p:cNvSpPr/>
            <p:nvPr/>
          </p:nvSpPr>
          <p:spPr>
            <a:xfrm>
              <a:off x="597550" y="708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48" name="Google Shape;348;p5"/>
          <p:cNvSpPr txBox="1">
            <a:spLocks noGrp="1"/>
          </p:cNvSpPr>
          <p:nvPr>
            <p:ph type="title"/>
          </p:nvPr>
        </p:nvSpPr>
        <p:spPr>
          <a:xfrm>
            <a:off x="713100" y="539400"/>
            <a:ext cx="77178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349" name="Google Shape;349;p5"/>
          <p:cNvSpPr txBox="1">
            <a:spLocks noGrp="1"/>
          </p:cNvSpPr>
          <p:nvPr>
            <p:ph type="title" idx="2"/>
          </p:nvPr>
        </p:nvSpPr>
        <p:spPr>
          <a:xfrm>
            <a:off x="1540500" y="2903250"/>
            <a:ext cx="2622000" cy="27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350" name="Google Shape;350;p5"/>
          <p:cNvSpPr txBox="1">
            <a:spLocks noGrp="1"/>
          </p:cNvSpPr>
          <p:nvPr>
            <p:ph type="subTitle" idx="1"/>
          </p:nvPr>
        </p:nvSpPr>
        <p:spPr>
          <a:xfrm>
            <a:off x="1540500" y="3299259"/>
            <a:ext cx="2622000" cy="96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1" name="Google Shape;351;p5"/>
          <p:cNvSpPr txBox="1">
            <a:spLocks noGrp="1"/>
          </p:cNvSpPr>
          <p:nvPr>
            <p:ph type="title" idx="3"/>
          </p:nvPr>
        </p:nvSpPr>
        <p:spPr>
          <a:xfrm>
            <a:off x="4987075" y="2903250"/>
            <a:ext cx="2622000" cy="27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352" name="Google Shape;352;p5"/>
          <p:cNvSpPr txBox="1">
            <a:spLocks noGrp="1"/>
          </p:cNvSpPr>
          <p:nvPr>
            <p:ph type="subTitle" idx="4"/>
          </p:nvPr>
        </p:nvSpPr>
        <p:spPr>
          <a:xfrm>
            <a:off x="4987075" y="3299258"/>
            <a:ext cx="2622000" cy="96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353" name="Google Shape;353;p5"/>
          <p:cNvGrpSpPr/>
          <p:nvPr/>
        </p:nvGrpSpPr>
        <p:grpSpPr>
          <a:xfrm>
            <a:off x="1062892" y="4807516"/>
            <a:ext cx="1548000" cy="68100"/>
            <a:chOff x="3980838" y="4076181"/>
            <a:chExt cx="1548000" cy="68100"/>
          </a:xfrm>
        </p:grpSpPr>
        <p:sp>
          <p:nvSpPr>
            <p:cNvPr id="354" name="Google Shape;354;p5"/>
            <p:cNvSpPr/>
            <p:nvPr/>
          </p:nvSpPr>
          <p:spPr>
            <a:xfrm>
              <a:off x="3980838" y="4076181"/>
              <a:ext cx="68100" cy="68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" name="Google Shape;355;p5"/>
            <p:cNvSpPr/>
            <p:nvPr/>
          </p:nvSpPr>
          <p:spPr>
            <a:xfrm>
              <a:off x="4104163" y="4076181"/>
              <a:ext cx="68100" cy="68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" name="Google Shape;356;p5"/>
            <p:cNvSpPr/>
            <p:nvPr/>
          </p:nvSpPr>
          <p:spPr>
            <a:xfrm>
              <a:off x="4227488" y="4076181"/>
              <a:ext cx="68100" cy="68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" name="Google Shape;357;p5"/>
            <p:cNvSpPr/>
            <p:nvPr/>
          </p:nvSpPr>
          <p:spPr>
            <a:xfrm>
              <a:off x="4350813" y="4076181"/>
              <a:ext cx="68100" cy="68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" name="Google Shape;358;p5"/>
            <p:cNvSpPr/>
            <p:nvPr/>
          </p:nvSpPr>
          <p:spPr>
            <a:xfrm>
              <a:off x="4474138" y="4076181"/>
              <a:ext cx="68100" cy="68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" name="Google Shape;359;p5"/>
            <p:cNvSpPr/>
            <p:nvPr/>
          </p:nvSpPr>
          <p:spPr>
            <a:xfrm>
              <a:off x="4597463" y="4076181"/>
              <a:ext cx="68100" cy="68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" name="Google Shape;360;p5"/>
            <p:cNvSpPr/>
            <p:nvPr/>
          </p:nvSpPr>
          <p:spPr>
            <a:xfrm>
              <a:off x="4720788" y="4076181"/>
              <a:ext cx="68100" cy="68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" name="Google Shape;361;p5"/>
            <p:cNvSpPr/>
            <p:nvPr/>
          </p:nvSpPr>
          <p:spPr>
            <a:xfrm>
              <a:off x="4844113" y="4076181"/>
              <a:ext cx="68100" cy="68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" name="Google Shape;362;p5"/>
            <p:cNvSpPr/>
            <p:nvPr/>
          </p:nvSpPr>
          <p:spPr>
            <a:xfrm>
              <a:off x="4967438" y="4076181"/>
              <a:ext cx="68100" cy="68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" name="Google Shape;363;p5"/>
            <p:cNvSpPr/>
            <p:nvPr/>
          </p:nvSpPr>
          <p:spPr>
            <a:xfrm>
              <a:off x="5090763" y="4076181"/>
              <a:ext cx="68100" cy="68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" name="Google Shape;364;p5"/>
            <p:cNvSpPr/>
            <p:nvPr/>
          </p:nvSpPr>
          <p:spPr>
            <a:xfrm>
              <a:off x="5214088" y="4076181"/>
              <a:ext cx="68100" cy="68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" name="Google Shape;365;p5"/>
            <p:cNvSpPr/>
            <p:nvPr/>
          </p:nvSpPr>
          <p:spPr>
            <a:xfrm>
              <a:off x="5337413" y="4076181"/>
              <a:ext cx="68100" cy="68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" name="Google Shape;366;p5"/>
            <p:cNvSpPr/>
            <p:nvPr/>
          </p:nvSpPr>
          <p:spPr>
            <a:xfrm>
              <a:off x="5460738" y="4076181"/>
              <a:ext cx="68100" cy="68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67" name="Google Shape;367;p5"/>
          <p:cNvGrpSpPr/>
          <p:nvPr/>
        </p:nvGrpSpPr>
        <p:grpSpPr>
          <a:xfrm rot="5400000" flipH="1">
            <a:off x="-531622" y="163274"/>
            <a:ext cx="1823016" cy="296643"/>
            <a:chOff x="7857346" y="3902355"/>
            <a:chExt cx="1823016" cy="296643"/>
          </a:xfrm>
        </p:grpSpPr>
        <p:sp>
          <p:nvSpPr>
            <p:cNvPr id="368" name="Google Shape;368;p5"/>
            <p:cNvSpPr/>
            <p:nvPr/>
          </p:nvSpPr>
          <p:spPr>
            <a:xfrm>
              <a:off x="7956216" y="4048371"/>
              <a:ext cx="1724145" cy="150627"/>
            </a:xfrm>
            <a:custGeom>
              <a:avLst/>
              <a:gdLst/>
              <a:ahLst/>
              <a:cxnLst/>
              <a:rect l="l" t="t" r="r" b="b"/>
              <a:pathLst>
                <a:path w="55332" h="4834" fill="none" extrusionOk="0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" name="Google Shape;369;p5"/>
            <p:cNvSpPr/>
            <p:nvPr/>
          </p:nvSpPr>
          <p:spPr>
            <a:xfrm>
              <a:off x="8453686" y="390235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0" y="1488"/>
                  </a:moveTo>
                  <a:cubicBezTo>
                    <a:pt x="0" y="670"/>
                    <a:pt x="670" y="1"/>
                    <a:pt x="1488" y="1"/>
                  </a:cubicBezTo>
                  <a:cubicBezTo>
                    <a:pt x="2306" y="1"/>
                    <a:pt x="2950" y="670"/>
                    <a:pt x="2950" y="1488"/>
                  </a:cubicBezTo>
                  <a:cubicBezTo>
                    <a:pt x="2950" y="2281"/>
                    <a:pt x="2306" y="2951"/>
                    <a:pt x="1488" y="2951"/>
                  </a:cubicBezTo>
                  <a:cubicBezTo>
                    <a:pt x="670" y="2951"/>
                    <a:pt x="0" y="2281"/>
                    <a:pt x="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" name="Google Shape;370;p5"/>
            <p:cNvSpPr/>
            <p:nvPr/>
          </p:nvSpPr>
          <p:spPr>
            <a:xfrm>
              <a:off x="8478396" y="3927096"/>
              <a:ext cx="43281" cy="42502"/>
            </a:xfrm>
            <a:custGeom>
              <a:avLst/>
              <a:gdLst/>
              <a:ahLst/>
              <a:cxnLst/>
              <a:rect l="l" t="t" r="r" b="b"/>
              <a:pathLst>
                <a:path w="1389" h="1364" extrusionOk="0">
                  <a:moveTo>
                    <a:pt x="695" y="0"/>
                  </a:moveTo>
                  <a:cubicBezTo>
                    <a:pt x="298" y="0"/>
                    <a:pt x="1" y="298"/>
                    <a:pt x="1" y="694"/>
                  </a:cubicBezTo>
                  <a:cubicBezTo>
                    <a:pt x="1" y="1066"/>
                    <a:pt x="298" y="1363"/>
                    <a:pt x="695" y="1363"/>
                  </a:cubicBezTo>
                  <a:cubicBezTo>
                    <a:pt x="1067" y="1363"/>
                    <a:pt x="1389" y="1066"/>
                    <a:pt x="1389" y="694"/>
                  </a:cubicBezTo>
                  <a:cubicBezTo>
                    <a:pt x="1389" y="298"/>
                    <a:pt x="1067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" name="Google Shape;371;p5"/>
            <p:cNvSpPr/>
            <p:nvPr/>
          </p:nvSpPr>
          <p:spPr>
            <a:xfrm>
              <a:off x="7857346" y="400200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" name="Google Shape;372;p5"/>
            <p:cNvSpPr/>
            <p:nvPr/>
          </p:nvSpPr>
          <p:spPr>
            <a:xfrm>
              <a:off x="7882087" y="4026715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" name="Google Shape;373;p5"/>
            <p:cNvSpPr/>
            <p:nvPr/>
          </p:nvSpPr>
          <p:spPr>
            <a:xfrm>
              <a:off x="8545608" y="3948721"/>
              <a:ext cx="1134754" cy="175368"/>
            </a:xfrm>
            <a:custGeom>
              <a:avLst/>
              <a:gdLst/>
              <a:ahLst/>
              <a:cxnLst/>
              <a:rect l="l" t="t" r="r" b="b"/>
              <a:pathLst>
                <a:path w="36417" h="5628" fill="none" extrusionOk="0">
                  <a:moveTo>
                    <a:pt x="0" y="0"/>
                  </a:moveTo>
                  <a:lnTo>
                    <a:pt x="6049" y="0"/>
                  </a:lnTo>
                  <a:lnTo>
                    <a:pt x="8379" y="2330"/>
                  </a:lnTo>
                  <a:lnTo>
                    <a:pt x="11676" y="5627"/>
                  </a:lnTo>
                  <a:lnTo>
                    <a:pt x="36416" y="5627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74" name="Google Shape;374;p5"/>
          <p:cNvGrpSpPr/>
          <p:nvPr/>
        </p:nvGrpSpPr>
        <p:grpSpPr>
          <a:xfrm>
            <a:off x="4664363" y="4961113"/>
            <a:ext cx="1520982" cy="302065"/>
            <a:chOff x="5642557" y="-150670"/>
            <a:chExt cx="1520982" cy="302065"/>
          </a:xfrm>
        </p:grpSpPr>
        <p:sp>
          <p:nvSpPr>
            <p:cNvPr id="375" name="Google Shape;375;p5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" name="Google Shape;376;p5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" name="Google Shape;377;p5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" name="Google Shape;378;p5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" name="Google Shape;379;p5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80" name="Google Shape;380;p5"/>
          <p:cNvGrpSpPr/>
          <p:nvPr/>
        </p:nvGrpSpPr>
        <p:grpSpPr>
          <a:xfrm>
            <a:off x="1557957" y="-107958"/>
            <a:ext cx="1520982" cy="302065"/>
            <a:chOff x="5642557" y="-150670"/>
            <a:chExt cx="1520982" cy="302065"/>
          </a:xfrm>
        </p:grpSpPr>
        <p:sp>
          <p:nvSpPr>
            <p:cNvPr id="381" name="Google Shape;381;p5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" name="Google Shape;382;p5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" name="Google Shape;383;p5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" name="Google Shape;384;p5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" name="Google Shape;385;p5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86" name="Google Shape;386;p5"/>
          <p:cNvGrpSpPr/>
          <p:nvPr/>
        </p:nvGrpSpPr>
        <p:grpSpPr>
          <a:xfrm>
            <a:off x="7855739" y="297302"/>
            <a:ext cx="883262" cy="242091"/>
            <a:chOff x="2300350" y="2601250"/>
            <a:chExt cx="2275275" cy="623625"/>
          </a:xfrm>
        </p:grpSpPr>
        <p:sp>
          <p:nvSpPr>
            <p:cNvPr id="387" name="Google Shape;387;p5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" name="Google Shape;388;p5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" name="Google Shape;389;p5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" name="Google Shape;390;p5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" name="Google Shape;391;p5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" name="Google Shape;392;p5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93" name="Google Shape;393;p5"/>
          <p:cNvGrpSpPr/>
          <p:nvPr/>
        </p:nvGrpSpPr>
        <p:grpSpPr>
          <a:xfrm rot="10800000">
            <a:off x="-214148" y="2709227"/>
            <a:ext cx="883262" cy="242091"/>
            <a:chOff x="2300350" y="2601250"/>
            <a:chExt cx="2275275" cy="623625"/>
          </a:xfrm>
        </p:grpSpPr>
        <p:sp>
          <p:nvSpPr>
            <p:cNvPr id="394" name="Google Shape;394;p5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" name="Google Shape;395;p5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" name="Google Shape;396;p5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" name="Google Shape;397;p5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" name="Google Shape;398;p5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" name="Google Shape;399;p5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00" name="Google Shape;400;p5"/>
          <p:cNvSpPr/>
          <p:nvPr/>
        </p:nvSpPr>
        <p:spPr>
          <a:xfrm rot="5400000" flipH="1">
            <a:off x="8198089" y="410275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01" name="Google Shape;401;p5"/>
          <p:cNvGrpSpPr/>
          <p:nvPr/>
        </p:nvGrpSpPr>
        <p:grpSpPr>
          <a:xfrm rot="10800000" flipH="1">
            <a:off x="8250449" y="4623928"/>
            <a:ext cx="883262" cy="242091"/>
            <a:chOff x="2300350" y="2601250"/>
            <a:chExt cx="2275275" cy="623625"/>
          </a:xfrm>
        </p:grpSpPr>
        <p:sp>
          <p:nvSpPr>
            <p:cNvPr id="402" name="Google Shape;402;p5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" name="Google Shape;403;p5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" name="Google Shape;404;p5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" name="Google Shape;405;p5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" name="Google Shape;406;p5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" name="Google Shape;407;p5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9" name="Google Shape;409;p6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410" name="Google Shape;410;p6"/>
            <p:cNvSpPr/>
            <p:nvPr/>
          </p:nvSpPr>
          <p:spPr>
            <a:xfrm>
              <a:off x="597550" y="4893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" name="Google Shape;411;p6"/>
            <p:cNvSpPr/>
            <p:nvPr/>
          </p:nvSpPr>
          <p:spPr>
            <a:xfrm>
              <a:off x="597550" y="4780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" name="Google Shape;412;p6"/>
            <p:cNvSpPr/>
            <p:nvPr/>
          </p:nvSpPr>
          <p:spPr>
            <a:xfrm>
              <a:off x="597550" y="46671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" name="Google Shape;413;p6"/>
            <p:cNvSpPr/>
            <p:nvPr/>
          </p:nvSpPr>
          <p:spPr>
            <a:xfrm>
              <a:off x="597550" y="4553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" name="Google Shape;414;p6"/>
            <p:cNvSpPr/>
            <p:nvPr/>
          </p:nvSpPr>
          <p:spPr>
            <a:xfrm>
              <a:off x="597550" y="4441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" name="Google Shape;415;p6"/>
            <p:cNvSpPr/>
            <p:nvPr/>
          </p:nvSpPr>
          <p:spPr>
            <a:xfrm>
              <a:off x="597550" y="4328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" name="Google Shape;416;p6"/>
            <p:cNvSpPr/>
            <p:nvPr/>
          </p:nvSpPr>
          <p:spPr>
            <a:xfrm>
              <a:off x="597550" y="42150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" name="Google Shape;417;p6"/>
            <p:cNvSpPr/>
            <p:nvPr/>
          </p:nvSpPr>
          <p:spPr>
            <a:xfrm>
              <a:off x="597550" y="4101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" name="Google Shape;418;p6"/>
            <p:cNvSpPr/>
            <p:nvPr/>
          </p:nvSpPr>
          <p:spPr>
            <a:xfrm>
              <a:off x="597550" y="3988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" name="Google Shape;419;p6"/>
            <p:cNvSpPr/>
            <p:nvPr/>
          </p:nvSpPr>
          <p:spPr>
            <a:xfrm>
              <a:off x="597550" y="3875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" name="Google Shape;420;p6"/>
            <p:cNvSpPr/>
            <p:nvPr/>
          </p:nvSpPr>
          <p:spPr>
            <a:xfrm>
              <a:off x="597550" y="3762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" name="Google Shape;421;p6"/>
            <p:cNvSpPr/>
            <p:nvPr/>
          </p:nvSpPr>
          <p:spPr>
            <a:xfrm>
              <a:off x="597550" y="36496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" name="Google Shape;422;p6"/>
            <p:cNvSpPr/>
            <p:nvPr/>
          </p:nvSpPr>
          <p:spPr>
            <a:xfrm>
              <a:off x="597550" y="35364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" name="Google Shape;423;p6"/>
            <p:cNvSpPr/>
            <p:nvPr/>
          </p:nvSpPr>
          <p:spPr>
            <a:xfrm>
              <a:off x="597550" y="34232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" name="Google Shape;424;p6"/>
            <p:cNvSpPr/>
            <p:nvPr/>
          </p:nvSpPr>
          <p:spPr>
            <a:xfrm>
              <a:off x="597550" y="33100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" name="Google Shape;425;p6"/>
            <p:cNvSpPr/>
            <p:nvPr/>
          </p:nvSpPr>
          <p:spPr>
            <a:xfrm>
              <a:off x="597550" y="31967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" name="Google Shape;426;p6"/>
            <p:cNvSpPr/>
            <p:nvPr/>
          </p:nvSpPr>
          <p:spPr>
            <a:xfrm>
              <a:off x="597550" y="30835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" name="Google Shape;427;p6"/>
            <p:cNvSpPr/>
            <p:nvPr/>
          </p:nvSpPr>
          <p:spPr>
            <a:xfrm>
              <a:off x="597550" y="29703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" name="Google Shape;428;p6"/>
            <p:cNvSpPr/>
            <p:nvPr/>
          </p:nvSpPr>
          <p:spPr>
            <a:xfrm>
              <a:off x="597550" y="28578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" name="Google Shape;429;p6"/>
            <p:cNvSpPr/>
            <p:nvPr/>
          </p:nvSpPr>
          <p:spPr>
            <a:xfrm>
              <a:off x="597550" y="27446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" name="Google Shape;430;p6"/>
            <p:cNvSpPr/>
            <p:nvPr/>
          </p:nvSpPr>
          <p:spPr>
            <a:xfrm>
              <a:off x="597550" y="263140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" name="Google Shape;431;p6"/>
            <p:cNvSpPr/>
            <p:nvPr/>
          </p:nvSpPr>
          <p:spPr>
            <a:xfrm>
              <a:off x="597550" y="251817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" name="Google Shape;432;p6"/>
            <p:cNvSpPr/>
            <p:nvPr/>
          </p:nvSpPr>
          <p:spPr>
            <a:xfrm>
              <a:off x="597550" y="24049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" name="Google Shape;433;p6"/>
            <p:cNvSpPr/>
            <p:nvPr/>
          </p:nvSpPr>
          <p:spPr>
            <a:xfrm>
              <a:off x="597550" y="22917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" name="Google Shape;434;p6"/>
            <p:cNvSpPr/>
            <p:nvPr/>
          </p:nvSpPr>
          <p:spPr>
            <a:xfrm>
              <a:off x="597550" y="21792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" name="Google Shape;435;p6"/>
            <p:cNvSpPr/>
            <p:nvPr/>
          </p:nvSpPr>
          <p:spPr>
            <a:xfrm>
              <a:off x="597550" y="20660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" name="Google Shape;436;p6"/>
            <p:cNvSpPr/>
            <p:nvPr/>
          </p:nvSpPr>
          <p:spPr>
            <a:xfrm>
              <a:off x="597550" y="19528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" name="Google Shape;437;p6"/>
            <p:cNvSpPr/>
            <p:nvPr/>
          </p:nvSpPr>
          <p:spPr>
            <a:xfrm>
              <a:off x="597550" y="1839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" name="Google Shape;438;p6"/>
            <p:cNvSpPr/>
            <p:nvPr/>
          </p:nvSpPr>
          <p:spPr>
            <a:xfrm>
              <a:off x="597550" y="1726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" name="Google Shape;439;p6"/>
            <p:cNvSpPr/>
            <p:nvPr/>
          </p:nvSpPr>
          <p:spPr>
            <a:xfrm>
              <a:off x="597550" y="16131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" name="Google Shape;440;p6"/>
            <p:cNvSpPr/>
            <p:nvPr/>
          </p:nvSpPr>
          <p:spPr>
            <a:xfrm>
              <a:off x="597550" y="1499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" name="Google Shape;441;p6"/>
            <p:cNvSpPr/>
            <p:nvPr/>
          </p:nvSpPr>
          <p:spPr>
            <a:xfrm>
              <a:off x="597550" y="1387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" name="Google Shape;442;p6"/>
            <p:cNvSpPr/>
            <p:nvPr/>
          </p:nvSpPr>
          <p:spPr>
            <a:xfrm>
              <a:off x="597550" y="1274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" name="Google Shape;443;p6"/>
            <p:cNvSpPr/>
            <p:nvPr/>
          </p:nvSpPr>
          <p:spPr>
            <a:xfrm>
              <a:off x="597550" y="11610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" name="Google Shape;444;p6"/>
            <p:cNvSpPr/>
            <p:nvPr/>
          </p:nvSpPr>
          <p:spPr>
            <a:xfrm>
              <a:off x="597550" y="1047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" name="Google Shape;445;p6"/>
            <p:cNvSpPr/>
            <p:nvPr/>
          </p:nvSpPr>
          <p:spPr>
            <a:xfrm>
              <a:off x="597550" y="934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" name="Google Shape;446;p6"/>
            <p:cNvSpPr/>
            <p:nvPr/>
          </p:nvSpPr>
          <p:spPr>
            <a:xfrm>
              <a:off x="597550" y="821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" name="Google Shape;447;p6"/>
            <p:cNvSpPr/>
            <p:nvPr/>
          </p:nvSpPr>
          <p:spPr>
            <a:xfrm>
              <a:off x="597550" y="708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48" name="Google Shape;448;p6"/>
          <p:cNvSpPr txBox="1">
            <a:spLocks noGrp="1"/>
          </p:cNvSpPr>
          <p:nvPr>
            <p:ph type="title"/>
          </p:nvPr>
        </p:nvSpPr>
        <p:spPr>
          <a:xfrm>
            <a:off x="713100" y="539400"/>
            <a:ext cx="7717800" cy="572700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449" name="Google Shape;449;p6"/>
          <p:cNvSpPr/>
          <p:nvPr/>
        </p:nvSpPr>
        <p:spPr>
          <a:xfrm rot="5400000">
            <a:off x="8206162" y="-34881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50" name="Google Shape;450;p6"/>
          <p:cNvGrpSpPr/>
          <p:nvPr/>
        </p:nvGrpSpPr>
        <p:grpSpPr>
          <a:xfrm>
            <a:off x="494301" y="4792125"/>
            <a:ext cx="1252897" cy="51000"/>
            <a:chOff x="2915381" y="4104819"/>
            <a:chExt cx="1252897" cy="51000"/>
          </a:xfrm>
        </p:grpSpPr>
        <p:sp>
          <p:nvSpPr>
            <p:cNvPr id="451" name="Google Shape;451;p6"/>
            <p:cNvSpPr/>
            <p:nvPr/>
          </p:nvSpPr>
          <p:spPr>
            <a:xfrm>
              <a:off x="2915381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" name="Google Shape;452;p6"/>
            <p:cNvSpPr/>
            <p:nvPr/>
          </p:nvSpPr>
          <p:spPr>
            <a:xfrm>
              <a:off x="3007850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" name="Google Shape;453;p6"/>
            <p:cNvSpPr/>
            <p:nvPr/>
          </p:nvSpPr>
          <p:spPr>
            <a:xfrm>
              <a:off x="3100319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" name="Google Shape;454;p6"/>
            <p:cNvSpPr/>
            <p:nvPr/>
          </p:nvSpPr>
          <p:spPr>
            <a:xfrm>
              <a:off x="3192788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" name="Google Shape;455;p6"/>
            <p:cNvSpPr/>
            <p:nvPr/>
          </p:nvSpPr>
          <p:spPr>
            <a:xfrm>
              <a:off x="328525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" name="Google Shape;456;p6"/>
            <p:cNvSpPr/>
            <p:nvPr/>
          </p:nvSpPr>
          <p:spPr>
            <a:xfrm>
              <a:off x="3377726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" name="Google Shape;457;p6"/>
            <p:cNvSpPr/>
            <p:nvPr/>
          </p:nvSpPr>
          <p:spPr>
            <a:xfrm>
              <a:off x="3470195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" name="Google Shape;458;p6"/>
            <p:cNvSpPr/>
            <p:nvPr/>
          </p:nvSpPr>
          <p:spPr>
            <a:xfrm>
              <a:off x="3562664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" name="Google Shape;459;p6"/>
            <p:cNvSpPr/>
            <p:nvPr/>
          </p:nvSpPr>
          <p:spPr>
            <a:xfrm>
              <a:off x="3655133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" name="Google Shape;460;p6"/>
            <p:cNvSpPr/>
            <p:nvPr/>
          </p:nvSpPr>
          <p:spPr>
            <a:xfrm>
              <a:off x="3747602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" name="Google Shape;461;p6"/>
            <p:cNvSpPr/>
            <p:nvPr/>
          </p:nvSpPr>
          <p:spPr>
            <a:xfrm>
              <a:off x="38400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" name="Google Shape;462;p6"/>
            <p:cNvSpPr/>
            <p:nvPr/>
          </p:nvSpPr>
          <p:spPr>
            <a:xfrm>
              <a:off x="39324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" name="Google Shape;463;p6"/>
            <p:cNvSpPr/>
            <p:nvPr/>
          </p:nvSpPr>
          <p:spPr>
            <a:xfrm>
              <a:off x="40248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" name="Google Shape;464;p6"/>
            <p:cNvSpPr/>
            <p:nvPr/>
          </p:nvSpPr>
          <p:spPr>
            <a:xfrm>
              <a:off x="41172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65" name="Google Shape;465;p6"/>
          <p:cNvSpPr/>
          <p:nvPr/>
        </p:nvSpPr>
        <p:spPr>
          <a:xfrm rot="10800000">
            <a:off x="8557211" y="4011475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66" name="Google Shape;466;p6"/>
          <p:cNvGrpSpPr/>
          <p:nvPr/>
        </p:nvGrpSpPr>
        <p:grpSpPr>
          <a:xfrm rot="5400000">
            <a:off x="8520259" y="4079074"/>
            <a:ext cx="302065" cy="1520982"/>
            <a:chOff x="-108754" y="2690919"/>
            <a:chExt cx="302065" cy="1520982"/>
          </a:xfrm>
        </p:grpSpPr>
        <p:sp>
          <p:nvSpPr>
            <p:cNvPr id="467" name="Google Shape;467;p6"/>
            <p:cNvSpPr/>
            <p:nvPr/>
          </p:nvSpPr>
          <p:spPr>
            <a:xfrm>
              <a:off x="-62388" y="2782841"/>
              <a:ext cx="209364" cy="1335580"/>
            </a:xfrm>
            <a:custGeom>
              <a:avLst/>
              <a:gdLst/>
              <a:ahLst/>
              <a:cxnLst/>
              <a:rect l="l" t="t" r="r" b="b"/>
              <a:pathLst>
                <a:path w="6719" h="42862" fill="none" extrusionOk="0">
                  <a:moveTo>
                    <a:pt x="0" y="42862"/>
                  </a:moveTo>
                  <a:lnTo>
                    <a:pt x="0" y="23799"/>
                  </a:lnTo>
                  <a:lnTo>
                    <a:pt x="6718" y="17056"/>
                  </a:lnTo>
                  <a:lnTo>
                    <a:pt x="6718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" name="Google Shape;468;p6"/>
            <p:cNvSpPr/>
            <p:nvPr/>
          </p:nvSpPr>
          <p:spPr>
            <a:xfrm>
              <a:off x="101358" y="2690919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1"/>
                  </a:moveTo>
                  <a:cubicBezTo>
                    <a:pt x="2281" y="1"/>
                    <a:pt x="2951" y="645"/>
                    <a:pt x="2951" y="1463"/>
                  </a:cubicBezTo>
                  <a:cubicBezTo>
                    <a:pt x="2951" y="2281"/>
                    <a:pt x="2281" y="2951"/>
                    <a:pt x="1463" y="2951"/>
                  </a:cubicBezTo>
                  <a:cubicBezTo>
                    <a:pt x="645" y="2951"/>
                    <a:pt x="1" y="2281"/>
                    <a:pt x="1" y="1463"/>
                  </a:cubicBezTo>
                  <a:cubicBezTo>
                    <a:pt x="1" y="645"/>
                    <a:pt x="645" y="1"/>
                    <a:pt x="1463" y="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" name="Google Shape;469;p6"/>
            <p:cNvSpPr/>
            <p:nvPr/>
          </p:nvSpPr>
          <p:spPr>
            <a:xfrm>
              <a:off x="125320" y="2714881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4" y="0"/>
                  </a:moveTo>
                  <a:cubicBezTo>
                    <a:pt x="322" y="0"/>
                    <a:pt x="0" y="322"/>
                    <a:pt x="0" y="694"/>
                  </a:cubicBezTo>
                  <a:cubicBezTo>
                    <a:pt x="0" y="1091"/>
                    <a:pt x="322" y="1388"/>
                    <a:pt x="694" y="1388"/>
                  </a:cubicBezTo>
                  <a:cubicBezTo>
                    <a:pt x="1091" y="1388"/>
                    <a:pt x="1388" y="1091"/>
                    <a:pt x="1388" y="694"/>
                  </a:cubicBezTo>
                  <a:cubicBezTo>
                    <a:pt x="1388" y="322"/>
                    <a:pt x="1091" y="0"/>
                    <a:pt x="69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" name="Google Shape;470;p6"/>
            <p:cNvSpPr/>
            <p:nvPr/>
          </p:nvSpPr>
          <p:spPr>
            <a:xfrm>
              <a:off x="-108754" y="4119948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88" y="0"/>
                  </a:moveTo>
                  <a:cubicBezTo>
                    <a:pt x="2306" y="0"/>
                    <a:pt x="2951" y="670"/>
                    <a:pt x="2951" y="1463"/>
                  </a:cubicBezTo>
                  <a:cubicBezTo>
                    <a:pt x="2951" y="2281"/>
                    <a:pt x="2306" y="2950"/>
                    <a:pt x="1488" y="2950"/>
                  </a:cubicBezTo>
                  <a:cubicBezTo>
                    <a:pt x="670" y="2950"/>
                    <a:pt x="1" y="2281"/>
                    <a:pt x="1" y="1463"/>
                  </a:cubicBezTo>
                  <a:cubicBezTo>
                    <a:pt x="1" y="670"/>
                    <a:pt x="670" y="0"/>
                    <a:pt x="1488" y="0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" name="Google Shape;471;p6"/>
            <p:cNvSpPr/>
            <p:nvPr/>
          </p:nvSpPr>
          <p:spPr>
            <a:xfrm>
              <a:off x="-84013" y="4144658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72" name="Google Shape;472;p6"/>
          <p:cNvGrpSpPr/>
          <p:nvPr/>
        </p:nvGrpSpPr>
        <p:grpSpPr>
          <a:xfrm rot="5400000">
            <a:off x="85100" y="1849625"/>
            <a:ext cx="98902" cy="553090"/>
            <a:chOff x="4898850" y="4820550"/>
            <a:chExt cx="98902" cy="553090"/>
          </a:xfrm>
        </p:grpSpPr>
        <p:sp>
          <p:nvSpPr>
            <p:cNvPr id="473" name="Google Shape;473;p6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" name="Google Shape;474;p6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" name="Google Shape;475;p6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" name="Google Shape;476;p6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" name="Google Shape;477;p6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78" name="Google Shape;478;p6"/>
          <p:cNvSpPr/>
          <p:nvPr/>
        </p:nvSpPr>
        <p:spPr>
          <a:xfrm>
            <a:off x="7" y="2056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79" name="Google Shape;479;p6"/>
          <p:cNvGrpSpPr/>
          <p:nvPr/>
        </p:nvGrpSpPr>
        <p:grpSpPr>
          <a:xfrm rot="-5400000">
            <a:off x="-148234" y="322631"/>
            <a:ext cx="883262" cy="242091"/>
            <a:chOff x="2300350" y="2601250"/>
            <a:chExt cx="2275275" cy="623625"/>
          </a:xfrm>
        </p:grpSpPr>
        <p:sp>
          <p:nvSpPr>
            <p:cNvPr id="480" name="Google Shape;480;p6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" name="Google Shape;481;p6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" name="Google Shape;482;p6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" name="Google Shape;483;p6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" name="Google Shape;484;p6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" name="Google Shape;485;p6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86" name="Google Shape;486;p6"/>
          <p:cNvGrpSpPr/>
          <p:nvPr/>
        </p:nvGrpSpPr>
        <p:grpSpPr>
          <a:xfrm>
            <a:off x="1710357" y="-107958"/>
            <a:ext cx="1520982" cy="302065"/>
            <a:chOff x="5642557" y="-150670"/>
            <a:chExt cx="1520982" cy="302065"/>
          </a:xfrm>
        </p:grpSpPr>
        <p:sp>
          <p:nvSpPr>
            <p:cNvPr id="487" name="Google Shape;487;p6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" name="Google Shape;488;p6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" name="Google Shape;489;p6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" name="Google Shape;490;p6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" name="Google Shape;491;p6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3" name="Google Shape;493;p7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494" name="Google Shape;494;p7"/>
            <p:cNvSpPr/>
            <p:nvPr/>
          </p:nvSpPr>
          <p:spPr>
            <a:xfrm>
              <a:off x="597550" y="4893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" name="Google Shape;495;p7"/>
            <p:cNvSpPr/>
            <p:nvPr/>
          </p:nvSpPr>
          <p:spPr>
            <a:xfrm>
              <a:off x="597550" y="4780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" name="Google Shape;496;p7"/>
            <p:cNvSpPr/>
            <p:nvPr/>
          </p:nvSpPr>
          <p:spPr>
            <a:xfrm>
              <a:off x="597550" y="46671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" name="Google Shape;497;p7"/>
            <p:cNvSpPr/>
            <p:nvPr/>
          </p:nvSpPr>
          <p:spPr>
            <a:xfrm>
              <a:off x="597550" y="4553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" name="Google Shape;498;p7"/>
            <p:cNvSpPr/>
            <p:nvPr/>
          </p:nvSpPr>
          <p:spPr>
            <a:xfrm>
              <a:off x="597550" y="4441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" name="Google Shape;499;p7"/>
            <p:cNvSpPr/>
            <p:nvPr/>
          </p:nvSpPr>
          <p:spPr>
            <a:xfrm>
              <a:off x="597550" y="4328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" name="Google Shape;500;p7"/>
            <p:cNvSpPr/>
            <p:nvPr/>
          </p:nvSpPr>
          <p:spPr>
            <a:xfrm>
              <a:off x="597550" y="42150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" name="Google Shape;501;p7"/>
            <p:cNvSpPr/>
            <p:nvPr/>
          </p:nvSpPr>
          <p:spPr>
            <a:xfrm>
              <a:off x="597550" y="4101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" name="Google Shape;502;p7"/>
            <p:cNvSpPr/>
            <p:nvPr/>
          </p:nvSpPr>
          <p:spPr>
            <a:xfrm>
              <a:off x="597550" y="3988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" name="Google Shape;503;p7"/>
            <p:cNvSpPr/>
            <p:nvPr/>
          </p:nvSpPr>
          <p:spPr>
            <a:xfrm>
              <a:off x="597550" y="3875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" name="Google Shape;504;p7"/>
            <p:cNvSpPr/>
            <p:nvPr/>
          </p:nvSpPr>
          <p:spPr>
            <a:xfrm>
              <a:off x="597550" y="3762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" name="Google Shape;505;p7"/>
            <p:cNvSpPr/>
            <p:nvPr/>
          </p:nvSpPr>
          <p:spPr>
            <a:xfrm>
              <a:off x="597550" y="36496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" name="Google Shape;506;p7"/>
            <p:cNvSpPr/>
            <p:nvPr/>
          </p:nvSpPr>
          <p:spPr>
            <a:xfrm>
              <a:off x="597550" y="35364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" name="Google Shape;507;p7"/>
            <p:cNvSpPr/>
            <p:nvPr/>
          </p:nvSpPr>
          <p:spPr>
            <a:xfrm>
              <a:off x="597550" y="34232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" name="Google Shape;508;p7"/>
            <p:cNvSpPr/>
            <p:nvPr/>
          </p:nvSpPr>
          <p:spPr>
            <a:xfrm>
              <a:off x="597550" y="33100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" name="Google Shape;509;p7"/>
            <p:cNvSpPr/>
            <p:nvPr/>
          </p:nvSpPr>
          <p:spPr>
            <a:xfrm>
              <a:off x="597550" y="31967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" name="Google Shape;510;p7"/>
            <p:cNvSpPr/>
            <p:nvPr/>
          </p:nvSpPr>
          <p:spPr>
            <a:xfrm>
              <a:off x="597550" y="30835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" name="Google Shape;511;p7"/>
            <p:cNvSpPr/>
            <p:nvPr/>
          </p:nvSpPr>
          <p:spPr>
            <a:xfrm>
              <a:off x="597550" y="29703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" name="Google Shape;512;p7"/>
            <p:cNvSpPr/>
            <p:nvPr/>
          </p:nvSpPr>
          <p:spPr>
            <a:xfrm>
              <a:off x="597550" y="28578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" name="Google Shape;513;p7"/>
            <p:cNvSpPr/>
            <p:nvPr/>
          </p:nvSpPr>
          <p:spPr>
            <a:xfrm>
              <a:off x="597550" y="27446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" name="Google Shape;514;p7"/>
            <p:cNvSpPr/>
            <p:nvPr/>
          </p:nvSpPr>
          <p:spPr>
            <a:xfrm>
              <a:off x="597550" y="263140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" name="Google Shape;515;p7"/>
            <p:cNvSpPr/>
            <p:nvPr/>
          </p:nvSpPr>
          <p:spPr>
            <a:xfrm>
              <a:off x="597550" y="251817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" name="Google Shape;516;p7"/>
            <p:cNvSpPr/>
            <p:nvPr/>
          </p:nvSpPr>
          <p:spPr>
            <a:xfrm>
              <a:off x="597550" y="24049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" name="Google Shape;517;p7"/>
            <p:cNvSpPr/>
            <p:nvPr/>
          </p:nvSpPr>
          <p:spPr>
            <a:xfrm>
              <a:off x="597550" y="22917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" name="Google Shape;518;p7"/>
            <p:cNvSpPr/>
            <p:nvPr/>
          </p:nvSpPr>
          <p:spPr>
            <a:xfrm>
              <a:off x="597550" y="21792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" name="Google Shape;519;p7"/>
            <p:cNvSpPr/>
            <p:nvPr/>
          </p:nvSpPr>
          <p:spPr>
            <a:xfrm>
              <a:off x="597550" y="20660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" name="Google Shape;520;p7"/>
            <p:cNvSpPr/>
            <p:nvPr/>
          </p:nvSpPr>
          <p:spPr>
            <a:xfrm>
              <a:off x="597550" y="19528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" name="Google Shape;521;p7"/>
            <p:cNvSpPr/>
            <p:nvPr/>
          </p:nvSpPr>
          <p:spPr>
            <a:xfrm>
              <a:off x="597550" y="1839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" name="Google Shape;522;p7"/>
            <p:cNvSpPr/>
            <p:nvPr/>
          </p:nvSpPr>
          <p:spPr>
            <a:xfrm>
              <a:off x="597550" y="1726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" name="Google Shape;523;p7"/>
            <p:cNvSpPr/>
            <p:nvPr/>
          </p:nvSpPr>
          <p:spPr>
            <a:xfrm>
              <a:off x="597550" y="16131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" name="Google Shape;524;p7"/>
            <p:cNvSpPr/>
            <p:nvPr/>
          </p:nvSpPr>
          <p:spPr>
            <a:xfrm>
              <a:off x="597550" y="1499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" name="Google Shape;525;p7"/>
            <p:cNvSpPr/>
            <p:nvPr/>
          </p:nvSpPr>
          <p:spPr>
            <a:xfrm>
              <a:off x="597550" y="1387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" name="Google Shape;526;p7"/>
            <p:cNvSpPr/>
            <p:nvPr/>
          </p:nvSpPr>
          <p:spPr>
            <a:xfrm>
              <a:off x="597550" y="1274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" name="Google Shape;527;p7"/>
            <p:cNvSpPr/>
            <p:nvPr/>
          </p:nvSpPr>
          <p:spPr>
            <a:xfrm>
              <a:off x="597550" y="11610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" name="Google Shape;528;p7"/>
            <p:cNvSpPr/>
            <p:nvPr/>
          </p:nvSpPr>
          <p:spPr>
            <a:xfrm>
              <a:off x="597550" y="1047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" name="Google Shape;529;p7"/>
            <p:cNvSpPr/>
            <p:nvPr/>
          </p:nvSpPr>
          <p:spPr>
            <a:xfrm>
              <a:off x="597550" y="934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" name="Google Shape;530;p7"/>
            <p:cNvSpPr/>
            <p:nvPr/>
          </p:nvSpPr>
          <p:spPr>
            <a:xfrm>
              <a:off x="597550" y="821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" name="Google Shape;531;p7"/>
            <p:cNvSpPr/>
            <p:nvPr/>
          </p:nvSpPr>
          <p:spPr>
            <a:xfrm>
              <a:off x="597550" y="708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32" name="Google Shape;532;p7"/>
          <p:cNvSpPr txBox="1">
            <a:spLocks noGrp="1"/>
          </p:cNvSpPr>
          <p:nvPr>
            <p:ph type="title"/>
          </p:nvPr>
        </p:nvSpPr>
        <p:spPr>
          <a:xfrm>
            <a:off x="4433200" y="1945637"/>
            <a:ext cx="3997800" cy="572700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533" name="Google Shape;533;p7"/>
          <p:cNvSpPr txBox="1">
            <a:spLocks noGrp="1"/>
          </p:cNvSpPr>
          <p:nvPr>
            <p:ph type="subTitle" idx="1"/>
          </p:nvPr>
        </p:nvSpPr>
        <p:spPr>
          <a:xfrm>
            <a:off x="4433200" y="2519285"/>
            <a:ext cx="3997800" cy="73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4" name="Google Shape;534;p7"/>
          <p:cNvSpPr/>
          <p:nvPr/>
        </p:nvSpPr>
        <p:spPr>
          <a:xfrm>
            <a:off x="8557212" y="-1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5" name="Google Shape;535;p7"/>
          <p:cNvSpPr/>
          <p:nvPr/>
        </p:nvSpPr>
        <p:spPr>
          <a:xfrm rot="-5400000">
            <a:off x="348812" y="-5521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36" name="Google Shape;536;p7"/>
          <p:cNvGrpSpPr/>
          <p:nvPr/>
        </p:nvGrpSpPr>
        <p:grpSpPr>
          <a:xfrm rot="10800000">
            <a:off x="-11" y="465966"/>
            <a:ext cx="883262" cy="242091"/>
            <a:chOff x="2300350" y="2601250"/>
            <a:chExt cx="2275275" cy="623625"/>
          </a:xfrm>
        </p:grpSpPr>
        <p:sp>
          <p:nvSpPr>
            <p:cNvPr id="537" name="Google Shape;537;p7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" name="Google Shape;538;p7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" name="Google Shape;539;p7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" name="Google Shape;540;p7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" name="Google Shape;541;p7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" name="Google Shape;542;p7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43" name="Google Shape;543;p7"/>
          <p:cNvGrpSpPr/>
          <p:nvPr/>
        </p:nvGrpSpPr>
        <p:grpSpPr>
          <a:xfrm>
            <a:off x="1710357" y="-107958"/>
            <a:ext cx="1520982" cy="302065"/>
            <a:chOff x="5642557" y="-150670"/>
            <a:chExt cx="1520982" cy="302065"/>
          </a:xfrm>
        </p:grpSpPr>
        <p:sp>
          <p:nvSpPr>
            <p:cNvPr id="544" name="Google Shape;544;p7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" name="Google Shape;545;p7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" name="Google Shape;546;p7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" name="Google Shape;547;p7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" name="Google Shape;548;p7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49" name="Google Shape;549;p7"/>
          <p:cNvSpPr/>
          <p:nvPr/>
        </p:nvSpPr>
        <p:spPr>
          <a:xfrm rot="5400000">
            <a:off x="5514970" y="-390021"/>
            <a:ext cx="1994700" cy="6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0" name="Google Shape;550;p7"/>
          <p:cNvSpPr/>
          <p:nvPr/>
        </p:nvSpPr>
        <p:spPr>
          <a:xfrm rot="5400000">
            <a:off x="5794270" y="-86921"/>
            <a:ext cx="1994700" cy="6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51" name="Google Shape;551;p7"/>
          <p:cNvGrpSpPr/>
          <p:nvPr/>
        </p:nvGrpSpPr>
        <p:grpSpPr>
          <a:xfrm>
            <a:off x="3502226" y="841481"/>
            <a:ext cx="1252897" cy="51000"/>
            <a:chOff x="2915381" y="4104819"/>
            <a:chExt cx="1252897" cy="51000"/>
          </a:xfrm>
        </p:grpSpPr>
        <p:sp>
          <p:nvSpPr>
            <p:cNvPr id="552" name="Google Shape;552;p7"/>
            <p:cNvSpPr/>
            <p:nvPr/>
          </p:nvSpPr>
          <p:spPr>
            <a:xfrm>
              <a:off x="2915381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" name="Google Shape;553;p7"/>
            <p:cNvSpPr/>
            <p:nvPr/>
          </p:nvSpPr>
          <p:spPr>
            <a:xfrm>
              <a:off x="3007850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" name="Google Shape;554;p7"/>
            <p:cNvSpPr/>
            <p:nvPr/>
          </p:nvSpPr>
          <p:spPr>
            <a:xfrm>
              <a:off x="3100319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" name="Google Shape;555;p7"/>
            <p:cNvSpPr/>
            <p:nvPr/>
          </p:nvSpPr>
          <p:spPr>
            <a:xfrm>
              <a:off x="3192788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" name="Google Shape;556;p7"/>
            <p:cNvSpPr/>
            <p:nvPr/>
          </p:nvSpPr>
          <p:spPr>
            <a:xfrm>
              <a:off x="328525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" name="Google Shape;557;p7"/>
            <p:cNvSpPr/>
            <p:nvPr/>
          </p:nvSpPr>
          <p:spPr>
            <a:xfrm>
              <a:off x="3377726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" name="Google Shape;558;p7"/>
            <p:cNvSpPr/>
            <p:nvPr/>
          </p:nvSpPr>
          <p:spPr>
            <a:xfrm>
              <a:off x="3470195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" name="Google Shape;559;p7"/>
            <p:cNvSpPr/>
            <p:nvPr/>
          </p:nvSpPr>
          <p:spPr>
            <a:xfrm>
              <a:off x="3562664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" name="Google Shape;560;p7"/>
            <p:cNvSpPr/>
            <p:nvPr/>
          </p:nvSpPr>
          <p:spPr>
            <a:xfrm>
              <a:off x="3655133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" name="Google Shape;561;p7"/>
            <p:cNvSpPr/>
            <p:nvPr/>
          </p:nvSpPr>
          <p:spPr>
            <a:xfrm>
              <a:off x="3747602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" name="Google Shape;562;p7"/>
            <p:cNvSpPr/>
            <p:nvPr/>
          </p:nvSpPr>
          <p:spPr>
            <a:xfrm>
              <a:off x="38400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" name="Google Shape;563;p7"/>
            <p:cNvSpPr/>
            <p:nvPr/>
          </p:nvSpPr>
          <p:spPr>
            <a:xfrm>
              <a:off x="39324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" name="Google Shape;564;p7"/>
            <p:cNvSpPr/>
            <p:nvPr/>
          </p:nvSpPr>
          <p:spPr>
            <a:xfrm>
              <a:off x="40248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" name="Google Shape;565;p7"/>
            <p:cNvSpPr/>
            <p:nvPr/>
          </p:nvSpPr>
          <p:spPr>
            <a:xfrm>
              <a:off x="41172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66" name="Google Shape;566;p7"/>
          <p:cNvSpPr/>
          <p:nvPr/>
        </p:nvSpPr>
        <p:spPr>
          <a:xfrm rot="5400000">
            <a:off x="8206161" y="4207875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67" name="Google Shape;567;p7"/>
          <p:cNvGrpSpPr/>
          <p:nvPr/>
        </p:nvGrpSpPr>
        <p:grpSpPr>
          <a:xfrm>
            <a:off x="8085946" y="4723543"/>
            <a:ext cx="1823016" cy="196994"/>
            <a:chOff x="8085946" y="4723543"/>
            <a:chExt cx="1823016" cy="196994"/>
          </a:xfrm>
        </p:grpSpPr>
        <p:sp>
          <p:nvSpPr>
            <p:cNvPr id="568" name="Google Shape;568;p7"/>
            <p:cNvSpPr/>
            <p:nvPr/>
          </p:nvSpPr>
          <p:spPr>
            <a:xfrm rot="10800000" flipH="1">
              <a:off x="8184816" y="4723543"/>
              <a:ext cx="1724145" cy="150627"/>
            </a:xfrm>
            <a:custGeom>
              <a:avLst/>
              <a:gdLst/>
              <a:ahLst/>
              <a:cxnLst/>
              <a:rect l="l" t="t" r="r" b="b"/>
              <a:pathLst>
                <a:path w="55332" h="4834" fill="none" extrusionOk="0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" name="Google Shape;569;p7"/>
            <p:cNvSpPr/>
            <p:nvPr/>
          </p:nvSpPr>
          <p:spPr>
            <a:xfrm rot="10800000" flipH="1">
              <a:off x="8085946" y="4828583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" name="Google Shape;570;p7"/>
            <p:cNvSpPr/>
            <p:nvPr/>
          </p:nvSpPr>
          <p:spPr>
            <a:xfrm rot="10800000" flipH="1">
              <a:off x="8110687" y="4853293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71" name="Google Shape;571;p7"/>
          <p:cNvSpPr/>
          <p:nvPr/>
        </p:nvSpPr>
        <p:spPr>
          <a:xfrm rot="10800000">
            <a:off x="419712" y="4064039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72" name="Google Shape;572;p7"/>
          <p:cNvGrpSpPr/>
          <p:nvPr/>
        </p:nvGrpSpPr>
        <p:grpSpPr>
          <a:xfrm rot="5400000">
            <a:off x="29239" y="3087771"/>
            <a:ext cx="98902" cy="553090"/>
            <a:chOff x="4898850" y="4820550"/>
            <a:chExt cx="98902" cy="553090"/>
          </a:xfrm>
        </p:grpSpPr>
        <p:sp>
          <p:nvSpPr>
            <p:cNvPr id="573" name="Google Shape;573;p7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" name="Google Shape;574;p7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" name="Google Shape;575;p7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" name="Google Shape;576;p7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" name="Google Shape;577;p7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78" name="Google Shape;578;p7"/>
          <p:cNvGrpSpPr/>
          <p:nvPr/>
        </p:nvGrpSpPr>
        <p:grpSpPr>
          <a:xfrm>
            <a:off x="4954518" y="4958766"/>
            <a:ext cx="1520982" cy="302065"/>
            <a:chOff x="5642557" y="-150670"/>
            <a:chExt cx="1520982" cy="302065"/>
          </a:xfrm>
        </p:grpSpPr>
        <p:sp>
          <p:nvSpPr>
            <p:cNvPr id="579" name="Google Shape;579;p7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" name="Google Shape;580;p7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" name="Google Shape;581;p7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" name="Google Shape;582;p7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" name="Google Shape;583;p7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5" name="Google Shape;585;p8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586" name="Google Shape;586;p8"/>
            <p:cNvSpPr/>
            <p:nvPr/>
          </p:nvSpPr>
          <p:spPr>
            <a:xfrm>
              <a:off x="597550" y="4893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" name="Google Shape;587;p8"/>
            <p:cNvSpPr/>
            <p:nvPr/>
          </p:nvSpPr>
          <p:spPr>
            <a:xfrm>
              <a:off x="597550" y="4780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" name="Google Shape;588;p8"/>
            <p:cNvSpPr/>
            <p:nvPr/>
          </p:nvSpPr>
          <p:spPr>
            <a:xfrm>
              <a:off x="597550" y="46671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" name="Google Shape;589;p8"/>
            <p:cNvSpPr/>
            <p:nvPr/>
          </p:nvSpPr>
          <p:spPr>
            <a:xfrm>
              <a:off x="597550" y="4553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" name="Google Shape;590;p8"/>
            <p:cNvSpPr/>
            <p:nvPr/>
          </p:nvSpPr>
          <p:spPr>
            <a:xfrm>
              <a:off x="597550" y="4441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1" name="Google Shape;591;p8"/>
            <p:cNvSpPr/>
            <p:nvPr/>
          </p:nvSpPr>
          <p:spPr>
            <a:xfrm>
              <a:off x="597550" y="4328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2" name="Google Shape;592;p8"/>
            <p:cNvSpPr/>
            <p:nvPr/>
          </p:nvSpPr>
          <p:spPr>
            <a:xfrm>
              <a:off x="597550" y="42150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3" name="Google Shape;593;p8"/>
            <p:cNvSpPr/>
            <p:nvPr/>
          </p:nvSpPr>
          <p:spPr>
            <a:xfrm>
              <a:off x="597550" y="4101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4" name="Google Shape;594;p8"/>
            <p:cNvSpPr/>
            <p:nvPr/>
          </p:nvSpPr>
          <p:spPr>
            <a:xfrm>
              <a:off x="597550" y="3988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5" name="Google Shape;595;p8"/>
            <p:cNvSpPr/>
            <p:nvPr/>
          </p:nvSpPr>
          <p:spPr>
            <a:xfrm>
              <a:off x="597550" y="3875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6" name="Google Shape;596;p8"/>
            <p:cNvSpPr/>
            <p:nvPr/>
          </p:nvSpPr>
          <p:spPr>
            <a:xfrm>
              <a:off x="597550" y="3762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7" name="Google Shape;597;p8"/>
            <p:cNvSpPr/>
            <p:nvPr/>
          </p:nvSpPr>
          <p:spPr>
            <a:xfrm>
              <a:off x="597550" y="36496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8" name="Google Shape;598;p8"/>
            <p:cNvSpPr/>
            <p:nvPr/>
          </p:nvSpPr>
          <p:spPr>
            <a:xfrm>
              <a:off x="597550" y="35364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9" name="Google Shape;599;p8"/>
            <p:cNvSpPr/>
            <p:nvPr/>
          </p:nvSpPr>
          <p:spPr>
            <a:xfrm>
              <a:off x="597550" y="34232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0" name="Google Shape;600;p8"/>
            <p:cNvSpPr/>
            <p:nvPr/>
          </p:nvSpPr>
          <p:spPr>
            <a:xfrm>
              <a:off x="597550" y="33100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1" name="Google Shape;601;p8"/>
            <p:cNvSpPr/>
            <p:nvPr/>
          </p:nvSpPr>
          <p:spPr>
            <a:xfrm>
              <a:off x="597550" y="31967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2" name="Google Shape;602;p8"/>
            <p:cNvSpPr/>
            <p:nvPr/>
          </p:nvSpPr>
          <p:spPr>
            <a:xfrm>
              <a:off x="597550" y="30835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" name="Google Shape;603;p8"/>
            <p:cNvSpPr/>
            <p:nvPr/>
          </p:nvSpPr>
          <p:spPr>
            <a:xfrm>
              <a:off x="597550" y="29703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" name="Google Shape;604;p8"/>
            <p:cNvSpPr/>
            <p:nvPr/>
          </p:nvSpPr>
          <p:spPr>
            <a:xfrm>
              <a:off x="597550" y="28578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" name="Google Shape;605;p8"/>
            <p:cNvSpPr/>
            <p:nvPr/>
          </p:nvSpPr>
          <p:spPr>
            <a:xfrm>
              <a:off x="597550" y="27446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" name="Google Shape;606;p8"/>
            <p:cNvSpPr/>
            <p:nvPr/>
          </p:nvSpPr>
          <p:spPr>
            <a:xfrm>
              <a:off x="597550" y="263140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" name="Google Shape;607;p8"/>
            <p:cNvSpPr/>
            <p:nvPr/>
          </p:nvSpPr>
          <p:spPr>
            <a:xfrm>
              <a:off x="597550" y="251817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" name="Google Shape;608;p8"/>
            <p:cNvSpPr/>
            <p:nvPr/>
          </p:nvSpPr>
          <p:spPr>
            <a:xfrm>
              <a:off x="597550" y="24049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" name="Google Shape;609;p8"/>
            <p:cNvSpPr/>
            <p:nvPr/>
          </p:nvSpPr>
          <p:spPr>
            <a:xfrm>
              <a:off x="597550" y="22917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" name="Google Shape;610;p8"/>
            <p:cNvSpPr/>
            <p:nvPr/>
          </p:nvSpPr>
          <p:spPr>
            <a:xfrm>
              <a:off x="597550" y="21792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1" name="Google Shape;611;p8"/>
            <p:cNvSpPr/>
            <p:nvPr/>
          </p:nvSpPr>
          <p:spPr>
            <a:xfrm>
              <a:off x="597550" y="20660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" name="Google Shape;612;p8"/>
            <p:cNvSpPr/>
            <p:nvPr/>
          </p:nvSpPr>
          <p:spPr>
            <a:xfrm>
              <a:off x="597550" y="19528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" name="Google Shape;613;p8"/>
            <p:cNvSpPr/>
            <p:nvPr/>
          </p:nvSpPr>
          <p:spPr>
            <a:xfrm>
              <a:off x="597550" y="1839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" name="Google Shape;614;p8"/>
            <p:cNvSpPr/>
            <p:nvPr/>
          </p:nvSpPr>
          <p:spPr>
            <a:xfrm>
              <a:off x="597550" y="1726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" name="Google Shape;615;p8"/>
            <p:cNvSpPr/>
            <p:nvPr/>
          </p:nvSpPr>
          <p:spPr>
            <a:xfrm>
              <a:off x="597550" y="16131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" name="Google Shape;616;p8"/>
            <p:cNvSpPr/>
            <p:nvPr/>
          </p:nvSpPr>
          <p:spPr>
            <a:xfrm>
              <a:off x="597550" y="1499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" name="Google Shape;617;p8"/>
            <p:cNvSpPr/>
            <p:nvPr/>
          </p:nvSpPr>
          <p:spPr>
            <a:xfrm>
              <a:off x="597550" y="1387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" name="Google Shape;618;p8"/>
            <p:cNvSpPr/>
            <p:nvPr/>
          </p:nvSpPr>
          <p:spPr>
            <a:xfrm>
              <a:off x="597550" y="1274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" name="Google Shape;619;p8"/>
            <p:cNvSpPr/>
            <p:nvPr/>
          </p:nvSpPr>
          <p:spPr>
            <a:xfrm>
              <a:off x="597550" y="11610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" name="Google Shape;620;p8"/>
            <p:cNvSpPr/>
            <p:nvPr/>
          </p:nvSpPr>
          <p:spPr>
            <a:xfrm>
              <a:off x="597550" y="1047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" name="Google Shape;621;p8"/>
            <p:cNvSpPr/>
            <p:nvPr/>
          </p:nvSpPr>
          <p:spPr>
            <a:xfrm>
              <a:off x="597550" y="934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" name="Google Shape;622;p8"/>
            <p:cNvSpPr/>
            <p:nvPr/>
          </p:nvSpPr>
          <p:spPr>
            <a:xfrm>
              <a:off x="597550" y="821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" name="Google Shape;623;p8"/>
            <p:cNvSpPr/>
            <p:nvPr/>
          </p:nvSpPr>
          <p:spPr>
            <a:xfrm>
              <a:off x="597550" y="708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24" name="Google Shape;624;p8"/>
          <p:cNvSpPr txBox="1">
            <a:spLocks noGrp="1"/>
          </p:cNvSpPr>
          <p:nvPr>
            <p:ph type="title"/>
          </p:nvPr>
        </p:nvSpPr>
        <p:spPr>
          <a:xfrm>
            <a:off x="1182000" y="1320700"/>
            <a:ext cx="6780000" cy="2523600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6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625" name="Google Shape;625;p8"/>
          <p:cNvSpPr/>
          <p:nvPr/>
        </p:nvSpPr>
        <p:spPr>
          <a:xfrm rot="-5400000">
            <a:off x="348812" y="25800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26" name="Google Shape;626;p8"/>
          <p:cNvGrpSpPr/>
          <p:nvPr/>
        </p:nvGrpSpPr>
        <p:grpSpPr>
          <a:xfrm>
            <a:off x="-1414555" y="2830129"/>
            <a:ext cx="2297800" cy="347400"/>
            <a:chOff x="-1414555" y="2830129"/>
            <a:chExt cx="2297800" cy="347400"/>
          </a:xfrm>
        </p:grpSpPr>
        <p:sp>
          <p:nvSpPr>
            <p:cNvPr id="627" name="Google Shape;627;p8"/>
            <p:cNvSpPr/>
            <p:nvPr/>
          </p:nvSpPr>
          <p:spPr>
            <a:xfrm>
              <a:off x="-1414555" y="3109429"/>
              <a:ext cx="1994700" cy="6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" name="Google Shape;628;p8"/>
            <p:cNvSpPr/>
            <p:nvPr/>
          </p:nvSpPr>
          <p:spPr>
            <a:xfrm>
              <a:off x="-1111455" y="2830129"/>
              <a:ext cx="1994700" cy="6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29" name="Google Shape;629;p8"/>
          <p:cNvGrpSpPr/>
          <p:nvPr/>
        </p:nvGrpSpPr>
        <p:grpSpPr>
          <a:xfrm>
            <a:off x="8059521" y="3662080"/>
            <a:ext cx="1823016" cy="196994"/>
            <a:chOff x="7857346" y="4002005"/>
            <a:chExt cx="1823016" cy="196994"/>
          </a:xfrm>
        </p:grpSpPr>
        <p:sp>
          <p:nvSpPr>
            <p:cNvPr id="630" name="Google Shape;630;p8"/>
            <p:cNvSpPr/>
            <p:nvPr/>
          </p:nvSpPr>
          <p:spPr>
            <a:xfrm>
              <a:off x="7956216" y="4048371"/>
              <a:ext cx="1724145" cy="150627"/>
            </a:xfrm>
            <a:custGeom>
              <a:avLst/>
              <a:gdLst/>
              <a:ahLst/>
              <a:cxnLst/>
              <a:rect l="l" t="t" r="r" b="b"/>
              <a:pathLst>
                <a:path w="55332" h="4834" fill="none" extrusionOk="0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1" name="Google Shape;631;p8"/>
            <p:cNvSpPr/>
            <p:nvPr/>
          </p:nvSpPr>
          <p:spPr>
            <a:xfrm>
              <a:off x="7857346" y="400200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" name="Google Shape;632;p8"/>
            <p:cNvSpPr/>
            <p:nvPr/>
          </p:nvSpPr>
          <p:spPr>
            <a:xfrm>
              <a:off x="7882087" y="4026715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33" name="Google Shape;633;p8"/>
          <p:cNvSpPr/>
          <p:nvPr/>
        </p:nvSpPr>
        <p:spPr>
          <a:xfrm rot="10800000">
            <a:off x="7375212" y="4044939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34" name="Google Shape;634;p8"/>
          <p:cNvGrpSpPr/>
          <p:nvPr/>
        </p:nvGrpSpPr>
        <p:grpSpPr>
          <a:xfrm rot="-5400000" flipH="1">
            <a:off x="3660496" y="4907217"/>
            <a:ext cx="1823016" cy="296643"/>
            <a:chOff x="7857346" y="3902355"/>
            <a:chExt cx="1823016" cy="296643"/>
          </a:xfrm>
        </p:grpSpPr>
        <p:sp>
          <p:nvSpPr>
            <p:cNvPr id="635" name="Google Shape;635;p8"/>
            <p:cNvSpPr/>
            <p:nvPr/>
          </p:nvSpPr>
          <p:spPr>
            <a:xfrm>
              <a:off x="7956216" y="4048371"/>
              <a:ext cx="1724145" cy="150627"/>
            </a:xfrm>
            <a:custGeom>
              <a:avLst/>
              <a:gdLst/>
              <a:ahLst/>
              <a:cxnLst/>
              <a:rect l="l" t="t" r="r" b="b"/>
              <a:pathLst>
                <a:path w="55332" h="4834" fill="none" extrusionOk="0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6" name="Google Shape;636;p8"/>
            <p:cNvSpPr/>
            <p:nvPr/>
          </p:nvSpPr>
          <p:spPr>
            <a:xfrm>
              <a:off x="8453686" y="390235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0" y="1488"/>
                  </a:moveTo>
                  <a:cubicBezTo>
                    <a:pt x="0" y="670"/>
                    <a:pt x="670" y="1"/>
                    <a:pt x="1488" y="1"/>
                  </a:cubicBezTo>
                  <a:cubicBezTo>
                    <a:pt x="2306" y="1"/>
                    <a:pt x="2950" y="670"/>
                    <a:pt x="2950" y="1488"/>
                  </a:cubicBezTo>
                  <a:cubicBezTo>
                    <a:pt x="2950" y="2281"/>
                    <a:pt x="2306" y="2951"/>
                    <a:pt x="1488" y="2951"/>
                  </a:cubicBezTo>
                  <a:cubicBezTo>
                    <a:pt x="670" y="2951"/>
                    <a:pt x="0" y="2281"/>
                    <a:pt x="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7" name="Google Shape;637;p8"/>
            <p:cNvSpPr/>
            <p:nvPr/>
          </p:nvSpPr>
          <p:spPr>
            <a:xfrm>
              <a:off x="8478396" y="3927096"/>
              <a:ext cx="43281" cy="42502"/>
            </a:xfrm>
            <a:custGeom>
              <a:avLst/>
              <a:gdLst/>
              <a:ahLst/>
              <a:cxnLst/>
              <a:rect l="l" t="t" r="r" b="b"/>
              <a:pathLst>
                <a:path w="1389" h="1364" extrusionOk="0">
                  <a:moveTo>
                    <a:pt x="695" y="0"/>
                  </a:moveTo>
                  <a:cubicBezTo>
                    <a:pt x="298" y="0"/>
                    <a:pt x="1" y="298"/>
                    <a:pt x="1" y="694"/>
                  </a:cubicBezTo>
                  <a:cubicBezTo>
                    <a:pt x="1" y="1066"/>
                    <a:pt x="298" y="1363"/>
                    <a:pt x="695" y="1363"/>
                  </a:cubicBezTo>
                  <a:cubicBezTo>
                    <a:pt x="1067" y="1363"/>
                    <a:pt x="1389" y="1066"/>
                    <a:pt x="1389" y="694"/>
                  </a:cubicBezTo>
                  <a:cubicBezTo>
                    <a:pt x="1389" y="298"/>
                    <a:pt x="1067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" name="Google Shape;638;p8"/>
            <p:cNvSpPr/>
            <p:nvPr/>
          </p:nvSpPr>
          <p:spPr>
            <a:xfrm>
              <a:off x="7857346" y="400200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9" name="Google Shape;639;p8"/>
            <p:cNvSpPr/>
            <p:nvPr/>
          </p:nvSpPr>
          <p:spPr>
            <a:xfrm>
              <a:off x="7882087" y="4026715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0" name="Google Shape;640;p8"/>
            <p:cNvSpPr/>
            <p:nvPr/>
          </p:nvSpPr>
          <p:spPr>
            <a:xfrm>
              <a:off x="8545608" y="3948721"/>
              <a:ext cx="1134754" cy="175368"/>
            </a:xfrm>
            <a:custGeom>
              <a:avLst/>
              <a:gdLst/>
              <a:ahLst/>
              <a:cxnLst/>
              <a:rect l="l" t="t" r="r" b="b"/>
              <a:pathLst>
                <a:path w="36417" h="5628" fill="none" extrusionOk="0">
                  <a:moveTo>
                    <a:pt x="0" y="0"/>
                  </a:moveTo>
                  <a:lnTo>
                    <a:pt x="6049" y="0"/>
                  </a:lnTo>
                  <a:lnTo>
                    <a:pt x="8379" y="2330"/>
                  </a:lnTo>
                  <a:lnTo>
                    <a:pt x="11676" y="5627"/>
                  </a:lnTo>
                  <a:lnTo>
                    <a:pt x="36416" y="5627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41" name="Google Shape;641;p8"/>
          <p:cNvSpPr/>
          <p:nvPr/>
        </p:nvSpPr>
        <p:spPr>
          <a:xfrm rot="10800000">
            <a:off x="8027645" y="2478979"/>
            <a:ext cx="1994700" cy="6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2" name="Google Shape;642;p8"/>
          <p:cNvSpPr/>
          <p:nvPr/>
        </p:nvSpPr>
        <p:spPr>
          <a:xfrm rot="10800000">
            <a:off x="4395" y="3859075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3" name="Google Shape;643;p8"/>
          <p:cNvSpPr/>
          <p:nvPr/>
        </p:nvSpPr>
        <p:spPr>
          <a:xfrm rot="5400000">
            <a:off x="8206162" y="-34881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44" name="Google Shape;644;p8"/>
          <p:cNvGrpSpPr/>
          <p:nvPr/>
        </p:nvGrpSpPr>
        <p:grpSpPr>
          <a:xfrm>
            <a:off x="7812807" y="1533337"/>
            <a:ext cx="1520982" cy="302065"/>
            <a:chOff x="5642557" y="-150670"/>
            <a:chExt cx="1520982" cy="302065"/>
          </a:xfrm>
        </p:grpSpPr>
        <p:sp>
          <p:nvSpPr>
            <p:cNvPr id="645" name="Google Shape;645;p8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6" name="Google Shape;646;p8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7" name="Google Shape;647;p8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8" name="Google Shape;648;p8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9" name="Google Shape;649;p8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50" name="Google Shape;650;p8"/>
          <p:cNvGrpSpPr/>
          <p:nvPr/>
        </p:nvGrpSpPr>
        <p:grpSpPr>
          <a:xfrm rot="5400000">
            <a:off x="424642" y="3926674"/>
            <a:ext cx="302065" cy="1520982"/>
            <a:chOff x="-108754" y="2690919"/>
            <a:chExt cx="302065" cy="1520982"/>
          </a:xfrm>
        </p:grpSpPr>
        <p:sp>
          <p:nvSpPr>
            <p:cNvPr id="651" name="Google Shape;651;p8"/>
            <p:cNvSpPr/>
            <p:nvPr/>
          </p:nvSpPr>
          <p:spPr>
            <a:xfrm>
              <a:off x="-62388" y="2782841"/>
              <a:ext cx="209364" cy="1335580"/>
            </a:xfrm>
            <a:custGeom>
              <a:avLst/>
              <a:gdLst/>
              <a:ahLst/>
              <a:cxnLst/>
              <a:rect l="l" t="t" r="r" b="b"/>
              <a:pathLst>
                <a:path w="6719" h="42862" fill="none" extrusionOk="0">
                  <a:moveTo>
                    <a:pt x="0" y="42862"/>
                  </a:moveTo>
                  <a:lnTo>
                    <a:pt x="0" y="23799"/>
                  </a:lnTo>
                  <a:lnTo>
                    <a:pt x="6718" y="17056"/>
                  </a:lnTo>
                  <a:lnTo>
                    <a:pt x="6718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2" name="Google Shape;652;p8"/>
            <p:cNvSpPr/>
            <p:nvPr/>
          </p:nvSpPr>
          <p:spPr>
            <a:xfrm>
              <a:off x="101358" y="2690919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1"/>
                  </a:moveTo>
                  <a:cubicBezTo>
                    <a:pt x="2281" y="1"/>
                    <a:pt x="2951" y="645"/>
                    <a:pt x="2951" y="1463"/>
                  </a:cubicBezTo>
                  <a:cubicBezTo>
                    <a:pt x="2951" y="2281"/>
                    <a:pt x="2281" y="2951"/>
                    <a:pt x="1463" y="2951"/>
                  </a:cubicBezTo>
                  <a:cubicBezTo>
                    <a:pt x="645" y="2951"/>
                    <a:pt x="1" y="2281"/>
                    <a:pt x="1" y="1463"/>
                  </a:cubicBezTo>
                  <a:cubicBezTo>
                    <a:pt x="1" y="645"/>
                    <a:pt x="645" y="1"/>
                    <a:pt x="1463" y="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3" name="Google Shape;653;p8"/>
            <p:cNvSpPr/>
            <p:nvPr/>
          </p:nvSpPr>
          <p:spPr>
            <a:xfrm>
              <a:off x="125320" y="2714881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4" y="0"/>
                  </a:moveTo>
                  <a:cubicBezTo>
                    <a:pt x="322" y="0"/>
                    <a:pt x="0" y="322"/>
                    <a:pt x="0" y="694"/>
                  </a:cubicBezTo>
                  <a:cubicBezTo>
                    <a:pt x="0" y="1091"/>
                    <a:pt x="322" y="1388"/>
                    <a:pt x="694" y="1388"/>
                  </a:cubicBezTo>
                  <a:cubicBezTo>
                    <a:pt x="1091" y="1388"/>
                    <a:pt x="1388" y="1091"/>
                    <a:pt x="1388" y="694"/>
                  </a:cubicBezTo>
                  <a:cubicBezTo>
                    <a:pt x="1388" y="322"/>
                    <a:pt x="1091" y="0"/>
                    <a:pt x="69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4" name="Google Shape;654;p8"/>
            <p:cNvSpPr/>
            <p:nvPr/>
          </p:nvSpPr>
          <p:spPr>
            <a:xfrm>
              <a:off x="-108754" y="4119948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88" y="0"/>
                  </a:moveTo>
                  <a:cubicBezTo>
                    <a:pt x="2306" y="0"/>
                    <a:pt x="2951" y="670"/>
                    <a:pt x="2951" y="1463"/>
                  </a:cubicBezTo>
                  <a:cubicBezTo>
                    <a:pt x="2951" y="2281"/>
                    <a:pt x="2306" y="2950"/>
                    <a:pt x="1488" y="2950"/>
                  </a:cubicBezTo>
                  <a:cubicBezTo>
                    <a:pt x="670" y="2950"/>
                    <a:pt x="1" y="2281"/>
                    <a:pt x="1" y="1463"/>
                  </a:cubicBezTo>
                  <a:cubicBezTo>
                    <a:pt x="1" y="670"/>
                    <a:pt x="670" y="0"/>
                    <a:pt x="1488" y="0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5" name="Google Shape;655;p8"/>
            <p:cNvSpPr/>
            <p:nvPr/>
          </p:nvSpPr>
          <p:spPr>
            <a:xfrm>
              <a:off x="-84013" y="4144658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56" name="Google Shape;656;p8"/>
          <p:cNvSpPr/>
          <p:nvPr/>
        </p:nvSpPr>
        <p:spPr>
          <a:xfrm rot="-5400000" flipH="1">
            <a:off x="1059557" y="-188896"/>
            <a:ext cx="1994700" cy="6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57" name="Google Shape;657;p8"/>
          <p:cNvGrpSpPr/>
          <p:nvPr/>
        </p:nvGrpSpPr>
        <p:grpSpPr>
          <a:xfrm>
            <a:off x="8327763" y="172353"/>
            <a:ext cx="883262" cy="242091"/>
            <a:chOff x="2300350" y="2601250"/>
            <a:chExt cx="2275275" cy="623625"/>
          </a:xfrm>
        </p:grpSpPr>
        <p:sp>
          <p:nvSpPr>
            <p:cNvPr id="658" name="Google Shape;658;p8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9" name="Google Shape;659;p8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0" name="Google Shape;660;p8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1" name="Google Shape;661;p8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2" name="Google Shape;662;p8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3" name="Google Shape;663;p8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64" name="Google Shape;664;p8"/>
          <p:cNvGrpSpPr/>
          <p:nvPr/>
        </p:nvGrpSpPr>
        <p:grpSpPr>
          <a:xfrm flipH="1">
            <a:off x="-248008" y="1713528"/>
            <a:ext cx="883262" cy="242091"/>
            <a:chOff x="2300350" y="2601250"/>
            <a:chExt cx="2275275" cy="623625"/>
          </a:xfrm>
        </p:grpSpPr>
        <p:sp>
          <p:nvSpPr>
            <p:cNvPr id="665" name="Google Shape;665;p8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6" name="Google Shape;666;p8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7" name="Google Shape;667;p8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8" name="Google Shape;668;p8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" name="Google Shape;669;p8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0" name="Google Shape;670;p8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71" name="Google Shape;671;p8"/>
          <p:cNvGrpSpPr/>
          <p:nvPr/>
        </p:nvGrpSpPr>
        <p:grpSpPr>
          <a:xfrm rot="-5400000">
            <a:off x="3666586" y="-57798"/>
            <a:ext cx="1823016" cy="296643"/>
            <a:chOff x="7857346" y="3902355"/>
            <a:chExt cx="1823016" cy="296643"/>
          </a:xfrm>
        </p:grpSpPr>
        <p:sp>
          <p:nvSpPr>
            <p:cNvPr id="672" name="Google Shape;672;p8"/>
            <p:cNvSpPr/>
            <p:nvPr/>
          </p:nvSpPr>
          <p:spPr>
            <a:xfrm>
              <a:off x="7956216" y="4048371"/>
              <a:ext cx="1724145" cy="150627"/>
            </a:xfrm>
            <a:custGeom>
              <a:avLst/>
              <a:gdLst/>
              <a:ahLst/>
              <a:cxnLst/>
              <a:rect l="l" t="t" r="r" b="b"/>
              <a:pathLst>
                <a:path w="55332" h="4834" fill="none" extrusionOk="0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3" name="Google Shape;673;p8"/>
            <p:cNvSpPr/>
            <p:nvPr/>
          </p:nvSpPr>
          <p:spPr>
            <a:xfrm>
              <a:off x="8453686" y="390235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0" y="1488"/>
                  </a:moveTo>
                  <a:cubicBezTo>
                    <a:pt x="0" y="670"/>
                    <a:pt x="670" y="1"/>
                    <a:pt x="1488" y="1"/>
                  </a:cubicBezTo>
                  <a:cubicBezTo>
                    <a:pt x="2306" y="1"/>
                    <a:pt x="2950" y="670"/>
                    <a:pt x="2950" y="1488"/>
                  </a:cubicBezTo>
                  <a:cubicBezTo>
                    <a:pt x="2950" y="2281"/>
                    <a:pt x="2306" y="2951"/>
                    <a:pt x="1488" y="2951"/>
                  </a:cubicBezTo>
                  <a:cubicBezTo>
                    <a:pt x="670" y="2951"/>
                    <a:pt x="0" y="2281"/>
                    <a:pt x="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4" name="Google Shape;674;p8"/>
            <p:cNvSpPr/>
            <p:nvPr/>
          </p:nvSpPr>
          <p:spPr>
            <a:xfrm>
              <a:off x="8478396" y="3927096"/>
              <a:ext cx="43281" cy="42502"/>
            </a:xfrm>
            <a:custGeom>
              <a:avLst/>
              <a:gdLst/>
              <a:ahLst/>
              <a:cxnLst/>
              <a:rect l="l" t="t" r="r" b="b"/>
              <a:pathLst>
                <a:path w="1389" h="1364" extrusionOk="0">
                  <a:moveTo>
                    <a:pt x="695" y="0"/>
                  </a:moveTo>
                  <a:cubicBezTo>
                    <a:pt x="298" y="0"/>
                    <a:pt x="1" y="298"/>
                    <a:pt x="1" y="694"/>
                  </a:cubicBezTo>
                  <a:cubicBezTo>
                    <a:pt x="1" y="1066"/>
                    <a:pt x="298" y="1363"/>
                    <a:pt x="695" y="1363"/>
                  </a:cubicBezTo>
                  <a:cubicBezTo>
                    <a:pt x="1067" y="1363"/>
                    <a:pt x="1389" y="1066"/>
                    <a:pt x="1389" y="694"/>
                  </a:cubicBezTo>
                  <a:cubicBezTo>
                    <a:pt x="1389" y="298"/>
                    <a:pt x="1067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5" name="Google Shape;675;p8"/>
            <p:cNvSpPr/>
            <p:nvPr/>
          </p:nvSpPr>
          <p:spPr>
            <a:xfrm>
              <a:off x="7857346" y="400200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6" name="Google Shape;676;p8"/>
            <p:cNvSpPr/>
            <p:nvPr/>
          </p:nvSpPr>
          <p:spPr>
            <a:xfrm>
              <a:off x="7882087" y="4026715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7" name="Google Shape;677;p8"/>
            <p:cNvSpPr/>
            <p:nvPr/>
          </p:nvSpPr>
          <p:spPr>
            <a:xfrm>
              <a:off x="8545608" y="3948721"/>
              <a:ext cx="1134754" cy="175368"/>
            </a:xfrm>
            <a:custGeom>
              <a:avLst/>
              <a:gdLst/>
              <a:ahLst/>
              <a:cxnLst/>
              <a:rect l="l" t="t" r="r" b="b"/>
              <a:pathLst>
                <a:path w="36417" h="5628" fill="none" extrusionOk="0">
                  <a:moveTo>
                    <a:pt x="0" y="0"/>
                  </a:moveTo>
                  <a:lnTo>
                    <a:pt x="6049" y="0"/>
                  </a:lnTo>
                  <a:lnTo>
                    <a:pt x="8379" y="2330"/>
                  </a:lnTo>
                  <a:lnTo>
                    <a:pt x="11676" y="5627"/>
                  </a:lnTo>
                  <a:lnTo>
                    <a:pt x="36416" y="5627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79" name="Google Shape;679;p9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680" name="Google Shape;680;p9"/>
            <p:cNvSpPr/>
            <p:nvPr/>
          </p:nvSpPr>
          <p:spPr>
            <a:xfrm>
              <a:off x="597550" y="4893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1" name="Google Shape;681;p9"/>
            <p:cNvSpPr/>
            <p:nvPr/>
          </p:nvSpPr>
          <p:spPr>
            <a:xfrm>
              <a:off x="597550" y="4780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2" name="Google Shape;682;p9"/>
            <p:cNvSpPr/>
            <p:nvPr/>
          </p:nvSpPr>
          <p:spPr>
            <a:xfrm>
              <a:off x="597550" y="46671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3" name="Google Shape;683;p9"/>
            <p:cNvSpPr/>
            <p:nvPr/>
          </p:nvSpPr>
          <p:spPr>
            <a:xfrm>
              <a:off x="597550" y="4553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4" name="Google Shape;684;p9"/>
            <p:cNvSpPr/>
            <p:nvPr/>
          </p:nvSpPr>
          <p:spPr>
            <a:xfrm>
              <a:off x="597550" y="4441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5" name="Google Shape;685;p9"/>
            <p:cNvSpPr/>
            <p:nvPr/>
          </p:nvSpPr>
          <p:spPr>
            <a:xfrm>
              <a:off x="597550" y="4328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6" name="Google Shape;686;p9"/>
            <p:cNvSpPr/>
            <p:nvPr/>
          </p:nvSpPr>
          <p:spPr>
            <a:xfrm>
              <a:off x="597550" y="42150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7" name="Google Shape;687;p9"/>
            <p:cNvSpPr/>
            <p:nvPr/>
          </p:nvSpPr>
          <p:spPr>
            <a:xfrm>
              <a:off x="597550" y="4101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8" name="Google Shape;688;p9"/>
            <p:cNvSpPr/>
            <p:nvPr/>
          </p:nvSpPr>
          <p:spPr>
            <a:xfrm>
              <a:off x="597550" y="3988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9" name="Google Shape;689;p9"/>
            <p:cNvSpPr/>
            <p:nvPr/>
          </p:nvSpPr>
          <p:spPr>
            <a:xfrm>
              <a:off x="597550" y="3875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0" name="Google Shape;690;p9"/>
            <p:cNvSpPr/>
            <p:nvPr/>
          </p:nvSpPr>
          <p:spPr>
            <a:xfrm>
              <a:off x="597550" y="3762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1" name="Google Shape;691;p9"/>
            <p:cNvSpPr/>
            <p:nvPr/>
          </p:nvSpPr>
          <p:spPr>
            <a:xfrm>
              <a:off x="597550" y="36496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2" name="Google Shape;692;p9"/>
            <p:cNvSpPr/>
            <p:nvPr/>
          </p:nvSpPr>
          <p:spPr>
            <a:xfrm>
              <a:off x="597550" y="35364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3" name="Google Shape;693;p9"/>
            <p:cNvSpPr/>
            <p:nvPr/>
          </p:nvSpPr>
          <p:spPr>
            <a:xfrm>
              <a:off x="597550" y="34232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4" name="Google Shape;694;p9"/>
            <p:cNvSpPr/>
            <p:nvPr/>
          </p:nvSpPr>
          <p:spPr>
            <a:xfrm>
              <a:off x="597550" y="33100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5" name="Google Shape;695;p9"/>
            <p:cNvSpPr/>
            <p:nvPr/>
          </p:nvSpPr>
          <p:spPr>
            <a:xfrm>
              <a:off x="597550" y="31967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6" name="Google Shape;696;p9"/>
            <p:cNvSpPr/>
            <p:nvPr/>
          </p:nvSpPr>
          <p:spPr>
            <a:xfrm>
              <a:off x="597550" y="30835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7" name="Google Shape;697;p9"/>
            <p:cNvSpPr/>
            <p:nvPr/>
          </p:nvSpPr>
          <p:spPr>
            <a:xfrm>
              <a:off x="597550" y="29703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8" name="Google Shape;698;p9"/>
            <p:cNvSpPr/>
            <p:nvPr/>
          </p:nvSpPr>
          <p:spPr>
            <a:xfrm>
              <a:off x="597550" y="28578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9" name="Google Shape;699;p9"/>
            <p:cNvSpPr/>
            <p:nvPr/>
          </p:nvSpPr>
          <p:spPr>
            <a:xfrm>
              <a:off x="597550" y="27446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0" name="Google Shape;700;p9"/>
            <p:cNvSpPr/>
            <p:nvPr/>
          </p:nvSpPr>
          <p:spPr>
            <a:xfrm>
              <a:off x="597550" y="263140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1" name="Google Shape;701;p9"/>
            <p:cNvSpPr/>
            <p:nvPr/>
          </p:nvSpPr>
          <p:spPr>
            <a:xfrm>
              <a:off x="597550" y="251817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2" name="Google Shape;702;p9"/>
            <p:cNvSpPr/>
            <p:nvPr/>
          </p:nvSpPr>
          <p:spPr>
            <a:xfrm>
              <a:off x="597550" y="24049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3" name="Google Shape;703;p9"/>
            <p:cNvSpPr/>
            <p:nvPr/>
          </p:nvSpPr>
          <p:spPr>
            <a:xfrm>
              <a:off x="597550" y="22917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4" name="Google Shape;704;p9"/>
            <p:cNvSpPr/>
            <p:nvPr/>
          </p:nvSpPr>
          <p:spPr>
            <a:xfrm>
              <a:off x="597550" y="21792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5" name="Google Shape;705;p9"/>
            <p:cNvSpPr/>
            <p:nvPr/>
          </p:nvSpPr>
          <p:spPr>
            <a:xfrm>
              <a:off x="597550" y="20660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6" name="Google Shape;706;p9"/>
            <p:cNvSpPr/>
            <p:nvPr/>
          </p:nvSpPr>
          <p:spPr>
            <a:xfrm>
              <a:off x="597550" y="19528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7" name="Google Shape;707;p9"/>
            <p:cNvSpPr/>
            <p:nvPr/>
          </p:nvSpPr>
          <p:spPr>
            <a:xfrm>
              <a:off x="597550" y="1839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8" name="Google Shape;708;p9"/>
            <p:cNvSpPr/>
            <p:nvPr/>
          </p:nvSpPr>
          <p:spPr>
            <a:xfrm>
              <a:off x="597550" y="1726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9" name="Google Shape;709;p9"/>
            <p:cNvSpPr/>
            <p:nvPr/>
          </p:nvSpPr>
          <p:spPr>
            <a:xfrm>
              <a:off x="597550" y="16131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0" name="Google Shape;710;p9"/>
            <p:cNvSpPr/>
            <p:nvPr/>
          </p:nvSpPr>
          <p:spPr>
            <a:xfrm>
              <a:off x="597550" y="1499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1" name="Google Shape;711;p9"/>
            <p:cNvSpPr/>
            <p:nvPr/>
          </p:nvSpPr>
          <p:spPr>
            <a:xfrm>
              <a:off x="597550" y="1387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2" name="Google Shape;712;p9"/>
            <p:cNvSpPr/>
            <p:nvPr/>
          </p:nvSpPr>
          <p:spPr>
            <a:xfrm>
              <a:off x="597550" y="1274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3" name="Google Shape;713;p9"/>
            <p:cNvSpPr/>
            <p:nvPr/>
          </p:nvSpPr>
          <p:spPr>
            <a:xfrm>
              <a:off x="597550" y="11610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4" name="Google Shape;714;p9"/>
            <p:cNvSpPr/>
            <p:nvPr/>
          </p:nvSpPr>
          <p:spPr>
            <a:xfrm>
              <a:off x="597550" y="1047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5" name="Google Shape;715;p9"/>
            <p:cNvSpPr/>
            <p:nvPr/>
          </p:nvSpPr>
          <p:spPr>
            <a:xfrm>
              <a:off x="597550" y="934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6" name="Google Shape;716;p9"/>
            <p:cNvSpPr/>
            <p:nvPr/>
          </p:nvSpPr>
          <p:spPr>
            <a:xfrm>
              <a:off x="597550" y="821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7" name="Google Shape;717;p9"/>
            <p:cNvSpPr/>
            <p:nvPr/>
          </p:nvSpPr>
          <p:spPr>
            <a:xfrm>
              <a:off x="597550" y="708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18" name="Google Shape;718;p9"/>
          <p:cNvSpPr txBox="1">
            <a:spLocks noGrp="1"/>
          </p:cNvSpPr>
          <p:nvPr>
            <p:ph type="subTitle" idx="1"/>
          </p:nvPr>
        </p:nvSpPr>
        <p:spPr>
          <a:xfrm>
            <a:off x="1656875" y="2480906"/>
            <a:ext cx="5830200" cy="142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9" name="Google Shape;719;p9"/>
          <p:cNvSpPr txBox="1">
            <a:spLocks noGrp="1"/>
          </p:cNvSpPr>
          <p:nvPr>
            <p:ph type="title"/>
          </p:nvPr>
        </p:nvSpPr>
        <p:spPr>
          <a:xfrm>
            <a:off x="1656875" y="1241200"/>
            <a:ext cx="5830200" cy="1169400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720" name="Google Shape;720;p9"/>
          <p:cNvSpPr/>
          <p:nvPr/>
        </p:nvSpPr>
        <p:spPr>
          <a:xfrm rot="-5400000">
            <a:off x="348812" y="25800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21" name="Google Shape;721;p9"/>
          <p:cNvGrpSpPr/>
          <p:nvPr/>
        </p:nvGrpSpPr>
        <p:grpSpPr>
          <a:xfrm rot="10800000">
            <a:off x="-11" y="779178"/>
            <a:ext cx="883262" cy="242091"/>
            <a:chOff x="2300350" y="2601250"/>
            <a:chExt cx="2275275" cy="623625"/>
          </a:xfrm>
        </p:grpSpPr>
        <p:sp>
          <p:nvSpPr>
            <p:cNvPr id="722" name="Google Shape;722;p9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3" name="Google Shape;723;p9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4" name="Google Shape;724;p9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5" name="Google Shape;725;p9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6" name="Google Shape;726;p9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7" name="Google Shape;727;p9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28" name="Google Shape;728;p9"/>
          <p:cNvSpPr/>
          <p:nvPr/>
        </p:nvSpPr>
        <p:spPr>
          <a:xfrm rot="5400000">
            <a:off x="1495470" y="-491996"/>
            <a:ext cx="1994700" cy="6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9" name="Google Shape;729;p9"/>
          <p:cNvSpPr/>
          <p:nvPr/>
        </p:nvSpPr>
        <p:spPr>
          <a:xfrm rot="5400000">
            <a:off x="1774770" y="-188896"/>
            <a:ext cx="1994700" cy="6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0" name="Google Shape;730;p9"/>
          <p:cNvSpPr/>
          <p:nvPr/>
        </p:nvSpPr>
        <p:spPr>
          <a:xfrm>
            <a:off x="8557212" y="-1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31" name="Google Shape;731;p9"/>
          <p:cNvGrpSpPr/>
          <p:nvPr/>
        </p:nvGrpSpPr>
        <p:grpSpPr>
          <a:xfrm>
            <a:off x="-1414555" y="3287329"/>
            <a:ext cx="2297800" cy="347400"/>
            <a:chOff x="-1414555" y="3439729"/>
            <a:chExt cx="2297800" cy="347400"/>
          </a:xfrm>
        </p:grpSpPr>
        <p:sp>
          <p:nvSpPr>
            <p:cNvPr id="732" name="Google Shape;732;p9"/>
            <p:cNvSpPr/>
            <p:nvPr/>
          </p:nvSpPr>
          <p:spPr>
            <a:xfrm>
              <a:off x="-1414555" y="3719029"/>
              <a:ext cx="1994700" cy="6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3" name="Google Shape;733;p9"/>
            <p:cNvSpPr/>
            <p:nvPr/>
          </p:nvSpPr>
          <p:spPr>
            <a:xfrm>
              <a:off x="-1111455" y="3439729"/>
              <a:ext cx="1994700" cy="6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34" name="Google Shape;734;p9"/>
          <p:cNvGrpSpPr/>
          <p:nvPr/>
        </p:nvGrpSpPr>
        <p:grpSpPr>
          <a:xfrm>
            <a:off x="5512632" y="-116346"/>
            <a:ext cx="1520982" cy="302065"/>
            <a:chOff x="5642557" y="-150670"/>
            <a:chExt cx="1520982" cy="302065"/>
          </a:xfrm>
        </p:grpSpPr>
        <p:sp>
          <p:nvSpPr>
            <p:cNvPr id="735" name="Google Shape;735;p9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6" name="Google Shape;736;p9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7" name="Google Shape;737;p9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8" name="Google Shape;738;p9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9" name="Google Shape;739;p9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40" name="Google Shape;740;p9"/>
          <p:cNvGrpSpPr/>
          <p:nvPr/>
        </p:nvGrpSpPr>
        <p:grpSpPr>
          <a:xfrm rot="10800000" flipH="1">
            <a:off x="7918521" y="1923880"/>
            <a:ext cx="1823016" cy="296643"/>
            <a:chOff x="7857346" y="3902355"/>
            <a:chExt cx="1823016" cy="296643"/>
          </a:xfrm>
        </p:grpSpPr>
        <p:sp>
          <p:nvSpPr>
            <p:cNvPr id="741" name="Google Shape;741;p9"/>
            <p:cNvSpPr/>
            <p:nvPr/>
          </p:nvSpPr>
          <p:spPr>
            <a:xfrm>
              <a:off x="7956216" y="4048371"/>
              <a:ext cx="1724145" cy="150627"/>
            </a:xfrm>
            <a:custGeom>
              <a:avLst/>
              <a:gdLst/>
              <a:ahLst/>
              <a:cxnLst/>
              <a:rect l="l" t="t" r="r" b="b"/>
              <a:pathLst>
                <a:path w="55332" h="4834" fill="none" extrusionOk="0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2" name="Google Shape;742;p9"/>
            <p:cNvSpPr/>
            <p:nvPr/>
          </p:nvSpPr>
          <p:spPr>
            <a:xfrm>
              <a:off x="8453686" y="390235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0" y="1488"/>
                  </a:moveTo>
                  <a:cubicBezTo>
                    <a:pt x="0" y="670"/>
                    <a:pt x="670" y="1"/>
                    <a:pt x="1488" y="1"/>
                  </a:cubicBezTo>
                  <a:cubicBezTo>
                    <a:pt x="2306" y="1"/>
                    <a:pt x="2950" y="670"/>
                    <a:pt x="2950" y="1488"/>
                  </a:cubicBezTo>
                  <a:cubicBezTo>
                    <a:pt x="2950" y="2281"/>
                    <a:pt x="2306" y="2951"/>
                    <a:pt x="1488" y="2951"/>
                  </a:cubicBezTo>
                  <a:cubicBezTo>
                    <a:pt x="670" y="2951"/>
                    <a:pt x="0" y="2281"/>
                    <a:pt x="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3" name="Google Shape;743;p9"/>
            <p:cNvSpPr/>
            <p:nvPr/>
          </p:nvSpPr>
          <p:spPr>
            <a:xfrm>
              <a:off x="8478396" y="3927096"/>
              <a:ext cx="43281" cy="42502"/>
            </a:xfrm>
            <a:custGeom>
              <a:avLst/>
              <a:gdLst/>
              <a:ahLst/>
              <a:cxnLst/>
              <a:rect l="l" t="t" r="r" b="b"/>
              <a:pathLst>
                <a:path w="1389" h="1364" extrusionOk="0">
                  <a:moveTo>
                    <a:pt x="695" y="0"/>
                  </a:moveTo>
                  <a:cubicBezTo>
                    <a:pt x="298" y="0"/>
                    <a:pt x="1" y="298"/>
                    <a:pt x="1" y="694"/>
                  </a:cubicBezTo>
                  <a:cubicBezTo>
                    <a:pt x="1" y="1066"/>
                    <a:pt x="298" y="1363"/>
                    <a:pt x="695" y="1363"/>
                  </a:cubicBezTo>
                  <a:cubicBezTo>
                    <a:pt x="1067" y="1363"/>
                    <a:pt x="1389" y="1066"/>
                    <a:pt x="1389" y="694"/>
                  </a:cubicBezTo>
                  <a:cubicBezTo>
                    <a:pt x="1389" y="298"/>
                    <a:pt x="1067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4" name="Google Shape;744;p9"/>
            <p:cNvSpPr/>
            <p:nvPr/>
          </p:nvSpPr>
          <p:spPr>
            <a:xfrm>
              <a:off x="7857346" y="400200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5" name="Google Shape;745;p9"/>
            <p:cNvSpPr/>
            <p:nvPr/>
          </p:nvSpPr>
          <p:spPr>
            <a:xfrm>
              <a:off x="7882087" y="4026715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6" name="Google Shape;746;p9"/>
            <p:cNvSpPr/>
            <p:nvPr/>
          </p:nvSpPr>
          <p:spPr>
            <a:xfrm>
              <a:off x="8545608" y="3948721"/>
              <a:ext cx="1134754" cy="175368"/>
            </a:xfrm>
            <a:custGeom>
              <a:avLst/>
              <a:gdLst/>
              <a:ahLst/>
              <a:cxnLst/>
              <a:rect l="l" t="t" r="r" b="b"/>
              <a:pathLst>
                <a:path w="36417" h="5628" fill="none" extrusionOk="0">
                  <a:moveTo>
                    <a:pt x="0" y="0"/>
                  </a:moveTo>
                  <a:lnTo>
                    <a:pt x="6049" y="0"/>
                  </a:lnTo>
                  <a:lnTo>
                    <a:pt x="8379" y="2330"/>
                  </a:lnTo>
                  <a:lnTo>
                    <a:pt x="11676" y="5627"/>
                  </a:lnTo>
                  <a:lnTo>
                    <a:pt x="36416" y="5627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47" name="Google Shape;747;p9"/>
          <p:cNvGrpSpPr/>
          <p:nvPr/>
        </p:nvGrpSpPr>
        <p:grpSpPr>
          <a:xfrm flipH="1">
            <a:off x="-799254" y="2157805"/>
            <a:ext cx="1823016" cy="196994"/>
            <a:chOff x="7857346" y="4002005"/>
            <a:chExt cx="1823016" cy="196994"/>
          </a:xfrm>
        </p:grpSpPr>
        <p:sp>
          <p:nvSpPr>
            <p:cNvPr id="748" name="Google Shape;748;p9"/>
            <p:cNvSpPr/>
            <p:nvPr/>
          </p:nvSpPr>
          <p:spPr>
            <a:xfrm>
              <a:off x="7956216" y="4048371"/>
              <a:ext cx="1724145" cy="150627"/>
            </a:xfrm>
            <a:custGeom>
              <a:avLst/>
              <a:gdLst/>
              <a:ahLst/>
              <a:cxnLst/>
              <a:rect l="l" t="t" r="r" b="b"/>
              <a:pathLst>
                <a:path w="55332" h="4834" fill="none" extrusionOk="0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9" name="Google Shape;749;p9"/>
            <p:cNvSpPr/>
            <p:nvPr/>
          </p:nvSpPr>
          <p:spPr>
            <a:xfrm>
              <a:off x="7857346" y="400200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0" name="Google Shape;750;p9"/>
            <p:cNvSpPr/>
            <p:nvPr/>
          </p:nvSpPr>
          <p:spPr>
            <a:xfrm>
              <a:off x="7882087" y="4026715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51" name="Google Shape;751;p9"/>
          <p:cNvGrpSpPr/>
          <p:nvPr/>
        </p:nvGrpSpPr>
        <p:grpSpPr>
          <a:xfrm>
            <a:off x="8331253" y="3180067"/>
            <a:ext cx="1105976" cy="133969"/>
            <a:chOff x="8183182" y="663852"/>
            <a:chExt cx="1475028" cy="178673"/>
          </a:xfrm>
        </p:grpSpPr>
        <p:grpSp>
          <p:nvGrpSpPr>
            <p:cNvPr id="752" name="Google Shape;752;p9"/>
            <p:cNvGrpSpPr/>
            <p:nvPr/>
          </p:nvGrpSpPr>
          <p:grpSpPr>
            <a:xfrm>
              <a:off x="8183182" y="774425"/>
              <a:ext cx="1178025" cy="68100"/>
              <a:chOff x="2024450" y="204150"/>
              <a:chExt cx="1178025" cy="68100"/>
            </a:xfrm>
          </p:grpSpPr>
          <p:sp>
            <p:nvSpPr>
              <p:cNvPr id="753" name="Google Shape;753;p9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4" name="Google Shape;754;p9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5" name="Google Shape;755;p9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6" name="Google Shape;756;p9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7" name="Google Shape;757;p9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8" name="Google Shape;758;p9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9" name="Google Shape;759;p9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0" name="Google Shape;760;p9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1" name="Google Shape;761;p9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2" name="Google Shape;762;p9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63" name="Google Shape;763;p9"/>
            <p:cNvGrpSpPr/>
            <p:nvPr/>
          </p:nvGrpSpPr>
          <p:grpSpPr>
            <a:xfrm>
              <a:off x="8480185" y="663852"/>
              <a:ext cx="1178025" cy="68100"/>
              <a:chOff x="2024450" y="204150"/>
              <a:chExt cx="1178025" cy="68100"/>
            </a:xfrm>
          </p:grpSpPr>
          <p:sp>
            <p:nvSpPr>
              <p:cNvPr id="764" name="Google Shape;764;p9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5" name="Google Shape;765;p9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6" name="Google Shape;766;p9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7" name="Google Shape;767;p9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8" name="Google Shape;768;p9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9" name="Google Shape;769;p9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0" name="Google Shape;770;p9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1" name="Google Shape;771;p9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2" name="Google Shape;772;p9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3" name="Google Shape;773;p9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774" name="Google Shape;774;p9"/>
          <p:cNvGrpSpPr/>
          <p:nvPr/>
        </p:nvGrpSpPr>
        <p:grpSpPr>
          <a:xfrm rot="5400000">
            <a:off x="85100" y="4288025"/>
            <a:ext cx="98902" cy="553090"/>
            <a:chOff x="4898850" y="4820550"/>
            <a:chExt cx="98902" cy="553090"/>
          </a:xfrm>
        </p:grpSpPr>
        <p:sp>
          <p:nvSpPr>
            <p:cNvPr id="775" name="Google Shape;775;p9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6" name="Google Shape;776;p9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7" name="Google Shape;777;p9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8" name="Google Shape;778;p9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9" name="Google Shape;779;p9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7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1" name="Google Shape;781;p10"/>
          <p:cNvSpPr txBox="1">
            <a:spLocks noGrp="1"/>
          </p:cNvSpPr>
          <p:nvPr>
            <p:ph type="body" idx="1"/>
          </p:nvPr>
        </p:nvSpPr>
        <p:spPr>
          <a:xfrm>
            <a:off x="1109550" y="4079027"/>
            <a:ext cx="6924900" cy="4497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Exo"/>
                <a:ea typeface="Exo"/>
                <a:cs typeface="Exo"/>
                <a:sym typeface="Exo"/>
              </a:defRPr>
            </a:lvl1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83" name="Google Shape;783;p11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784" name="Google Shape;784;p11"/>
            <p:cNvSpPr/>
            <p:nvPr/>
          </p:nvSpPr>
          <p:spPr>
            <a:xfrm>
              <a:off x="597550" y="4893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5" name="Google Shape;785;p11"/>
            <p:cNvSpPr/>
            <p:nvPr/>
          </p:nvSpPr>
          <p:spPr>
            <a:xfrm>
              <a:off x="597550" y="4780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6" name="Google Shape;786;p11"/>
            <p:cNvSpPr/>
            <p:nvPr/>
          </p:nvSpPr>
          <p:spPr>
            <a:xfrm>
              <a:off x="597550" y="46671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7" name="Google Shape;787;p11"/>
            <p:cNvSpPr/>
            <p:nvPr/>
          </p:nvSpPr>
          <p:spPr>
            <a:xfrm>
              <a:off x="597550" y="4553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8" name="Google Shape;788;p11"/>
            <p:cNvSpPr/>
            <p:nvPr/>
          </p:nvSpPr>
          <p:spPr>
            <a:xfrm>
              <a:off x="597550" y="4441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9" name="Google Shape;789;p11"/>
            <p:cNvSpPr/>
            <p:nvPr/>
          </p:nvSpPr>
          <p:spPr>
            <a:xfrm>
              <a:off x="597550" y="4328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0" name="Google Shape;790;p11"/>
            <p:cNvSpPr/>
            <p:nvPr/>
          </p:nvSpPr>
          <p:spPr>
            <a:xfrm>
              <a:off x="597550" y="42150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1" name="Google Shape;791;p11"/>
            <p:cNvSpPr/>
            <p:nvPr/>
          </p:nvSpPr>
          <p:spPr>
            <a:xfrm>
              <a:off x="597550" y="4101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2" name="Google Shape;792;p11"/>
            <p:cNvSpPr/>
            <p:nvPr/>
          </p:nvSpPr>
          <p:spPr>
            <a:xfrm>
              <a:off x="597550" y="3988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3" name="Google Shape;793;p11"/>
            <p:cNvSpPr/>
            <p:nvPr/>
          </p:nvSpPr>
          <p:spPr>
            <a:xfrm>
              <a:off x="597550" y="3875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4" name="Google Shape;794;p11"/>
            <p:cNvSpPr/>
            <p:nvPr/>
          </p:nvSpPr>
          <p:spPr>
            <a:xfrm>
              <a:off x="597550" y="3762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5" name="Google Shape;795;p11"/>
            <p:cNvSpPr/>
            <p:nvPr/>
          </p:nvSpPr>
          <p:spPr>
            <a:xfrm>
              <a:off x="597550" y="36496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6" name="Google Shape;796;p11"/>
            <p:cNvSpPr/>
            <p:nvPr/>
          </p:nvSpPr>
          <p:spPr>
            <a:xfrm>
              <a:off x="597550" y="35364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7" name="Google Shape;797;p11"/>
            <p:cNvSpPr/>
            <p:nvPr/>
          </p:nvSpPr>
          <p:spPr>
            <a:xfrm>
              <a:off x="597550" y="34232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8" name="Google Shape;798;p11"/>
            <p:cNvSpPr/>
            <p:nvPr/>
          </p:nvSpPr>
          <p:spPr>
            <a:xfrm>
              <a:off x="597550" y="33100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9" name="Google Shape;799;p11"/>
            <p:cNvSpPr/>
            <p:nvPr/>
          </p:nvSpPr>
          <p:spPr>
            <a:xfrm>
              <a:off x="597550" y="31967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0" name="Google Shape;800;p11"/>
            <p:cNvSpPr/>
            <p:nvPr/>
          </p:nvSpPr>
          <p:spPr>
            <a:xfrm>
              <a:off x="597550" y="30835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1" name="Google Shape;801;p11"/>
            <p:cNvSpPr/>
            <p:nvPr/>
          </p:nvSpPr>
          <p:spPr>
            <a:xfrm>
              <a:off x="597550" y="29703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2" name="Google Shape;802;p11"/>
            <p:cNvSpPr/>
            <p:nvPr/>
          </p:nvSpPr>
          <p:spPr>
            <a:xfrm>
              <a:off x="597550" y="28578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3" name="Google Shape;803;p11"/>
            <p:cNvSpPr/>
            <p:nvPr/>
          </p:nvSpPr>
          <p:spPr>
            <a:xfrm>
              <a:off x="597550" y="27446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4" name="Google Shape;804;p11"/>
            <p:cNvSpPr/>
            <p:nvPr/>
          </p:nvSpPr>
          <p:spPr>
            <a:xfrm>
              <a:off x="597550" y="263140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5" name="Google Shape;805;p11"/>
            <p:cNvSpPr/>
            <p:nvPr/>
          </p:nvSpPr>
          <p:spPr>
            <a:xfrm>
              <a:off x="597550" y="251817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6" name="Google Shape;806;p11"/>
            <p:cNvSpPr/>
            <p:nvPr/>
          </p:nvSpPr>
          <p:spPr>
            <a:xfrm>
              <a:off x="597550" y="24049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7" name="Google Shape;807;p11"/>
            <p:cNvSpPr/>
            <p:nvPr/>
          </p:nvSpPr>
          <p:spPr>
            <a:xfrm>
              <a:off x="597550" y="22917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8" name="Google Shape;808;p11"/>
            <p:cNvSpPr/>
            <p:nvPr/>
          </p:nvSpPr>
          <p:spPr>
            <a:xfrm>
              <a:off x="597550" y="21792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9" name="Google Shape;809;p11"/>
            <p:cNvSpPr/>
            <p:nvPr/>
          </p:nvSpPr>
          <p:spPr>
            <a:xfrm>
              <a:off x="597550" y="20660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0" name="Google Shape;810;p11"/>
            <p:cNvSpPr/>
            <p:nvPr/>
          </p:nvSpPr>
          <p:spPr>
            <a:xfrm>
              <a:off x="597550" y="19528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1" name="Google Shape;811;p11"/>
            <p:cNvSpPr/>
            <p:nvPr/>
          </p:nvSpPr>
          <p:spPr>
            <a:xfrm>
              <a:off x="597550" y="1839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2" name="Google Shape;812;p11"/>
            <p:cNvSpPr/>
            <p:nvPr/>
          </p:nvSpPr>
          <p:spPr>
            <a:xfrm>
              <a:off x="597550" y="1726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3" name="Google Shape;813;p11"/>
            <p:cNvSpPr/>
            <p:nvPr/>
          </p:nvSpPr>
          <p:spPr>
            <a:xfrm>
              <a:off x="597550" y="16131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4" name="Google Shape;814;p11"/>
            <p:cNvSpPr/>
            <p:nvPr/>
          </p:nvSpPr>
          <p:spPr>
            <a:xfrm>
              <a:off x="597550" y="1499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5" name="Google Shape;815;p11"/>
            <p:cNvSpPr/>
            <p:nvPr/>
          </p:nvSpPr>
          <p:spPr>
            <a:xfrm>
              <a:off x="597550" y="1387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6" name="Google Shape;816;p11"/>
            <p:cNvSpPr/>
            <p:nvPr/>
          </p:nvSpPr>
          <p:spPr>
            <a:xfrm>
              <a:off x="597550" y="1274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7" name="Google Shape;817;p11"/>
            <p:cNvSpPr/>
            <p:nvPr/>
          </p:nvSpPr>
          <p:spPr>
            <a:xfrm>
              <a:off x="597550" y="11610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8" name="Google Shape;818;p11"/>
            <p:cNvSpPr/>
            <p:nvPr/>
          </p:nvSpPr>
          <p:spPr>
            <a:xfrm>
              <a:off x="597550" y="1047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9" name="Google Shape;819;p11"/>
            <p:cNvSpPr/>
            <p:nvPr/>
          </p:nvSpPr>
          <p:spPr>
            <a:xfrm>
              <a:off x="597550" y="934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0" name="Google Shape;820;p11"/>
            <p:cNvSpPr/>
            <p:nvPr/>
          </p:nvSpPr>
          <p:spPr>
            <a:xfrm>
              <a:off x="597550" y="821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1" name="Google Shape;821;p11"/>
            <p:cNvSpPr/>
            <p:nvPr/>
          </p:nvSpPr>
          <p:spPr>
            <a:xfrm>
              <a:off x="597550" y="708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22" name="Google Shape;822;p11"/>
          <p:cNvSpPr txBox="1">
            <a:spLocks noGrp="1"/>
          </p:cNvSpPr>
          <p:nvPr>
            <p:ph type="title" hasCustomPrompt="1"/>
          </p:nvPr>
        </p:nvSpPr>
        <p:spPr>
          <a:xfrm>
            <a:off x="713100" y="1328587"/>
            <a:ext cx="7717800" cy="1671600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>
                <a:solidFill>
                  <a:schemeClr val="accen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823" name="Google Shape;823;p11"/>
          <p:cNvSpPr txBox="1">
            <a:spLocks noGrp="1"/>
          </p:cNvSpPr>
          <p:nvPr>
            <p:ph type="subTitle" idx="1"/>
          </p:nvPr>
        </p:nvSpPr>
        <p:spPr>
          <a:xfrm>
            <a:off x="2037000" y="3075825"/>
            <a:ext cx="5070000" cy="336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824" name="Google Shape;824;p11"/>
          <p:cNvSpPr/>
          <p:nvPr/>
        </p:nvSpPr>
        <p:spPr>
          <a:xfrm rot="-5400000">
            <a:off x="348812" y="25800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25" name="Google Shape;825;p11"/>
          <p:cNvGrpSpPr/>
          <p:nvPr/>
        </p:nvGrpSpPr>
        <p:grpSpPr>
          <a:xfrm>
            <a:off x="1710357" y="-107958"/>
            <a:ext cx="1520982" cy="302065"/>
            <a:chOff x="5642557" y="-150670"/>
            <a:chExt cx="1520982" cy="302065"/>
          </a:xfrm>
        </p:grpSpPr>
        <p:sp>
          <p:nvSpPr>
            <p:cNvPr id="826" name="Google Shape;826;p11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7" name="Google Shape;827;p11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8" name="Google Shape;828;p11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9" name="Google Shape;829;p11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0" name="Google Shape;830;p11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31" name="Google Shape;831;p11"/>
          <p:cNvGrpSpPr/>
          <p:nvPr/>
        </p:nvGrpSpPr>
        <p:grpSpPr>
          <a:xfrm rot="5400000">
            <a:off x="85100" y="1849625"/>
            <a:ext cx="98902" cy="553090"/>
            <a:chOff x="4898850" y="4820550"/>
            <a:chExt cx="98902" cy="553090"/>
          </a:xfrm>
        </p:grpSpPr>
        <p:sp>
          <p:nvSpPr>
            <p:cNvPr id="832" name="Google Shape;832;p11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3" name="Google Shape;833;p11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4" name="Google Shape;834;p11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5" name="Google Shape;835;p11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6" name="Google Shape;836;p11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37" name="Google Shape;837;p11"/>
          <p:cNvSpPr/>
          <p:nvPr/>
        </p:nvSpPr>
        <p:spPr>
          <a:xfrm>
            <a:off x="-1414555" y="3338029"/>
            <a:ext cx="1994700" cy="6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8" name="Google Shape;838;p11"/>
          <p:cNvSpPr/>
          <p:nvPr/>
        </p:nvSpPr>
        <p:spPr>
          <a:xfrm>
            <a:off x="-1111455" y="3058729"/>
            <a:ext cx="1994700" cy="6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39" name="Google Shape;839;p11"/>
          <p:cNvGrpSpPr/>
          <p:nvPr/>
        </p:nvGrpSpPr>
        <p:grpSpPr>
          <a:xfrm flipH="1">
            <a:off x="-799254" y="4139005"/>
            <a:ext cx="1823016" cy="196994"/>
            <a:chOff x="7857346" y="4002005"/>
            <a:chExt cx="1823016" cy="196994"/>
          </a:xfrm>
        </p:grpSpPr>
        <p:sp>
          <p:nvSpPr>
            <p:cNvPr id="840" name="Google Shape;840;p11"/>
            <p:cNvSpPr/>
            <p:nvPr/>
          </p:nvSpPr>
          <p:spPr>
            <a:xfrm>
              <a:off x="7956216" y="4048371"/>
              <a:ext cx="1724145" cy="150627"/>
            </a:xfrm>
            <a:custGeom>
              <a:avLst/>
              <a:gdLst/>
              <a:ahLst/>
              <a:cxnLst/>
              <a:rect l="l" t="t" r="r" b="b"/>
              <a:pathLst>
                <a:path w="55332" h="4834" fill="none" extrusionOk="0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1" name="Google Shape;841;p11"/>
            <p:cNvSpPr/>
            <p:nvPr/>
          </p:nvSpPr>
          <p:spPr>
            <a:xfrm>
              <a:off x="7857346" y="400200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2" name="Google Shape;842;p11"/>
            <p:cNvSpPr/>
            <p:nvPr/>
          </p:nvSpPr>
          <p:spPr>
            <a:xfrm>
              <a:off x="7882087" y="4026715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43" name="Google Shape;843;p11"/>
          <p:cNvGrpSpPr/>
          <p:nvPr/>
        </p:nvGrpSpPr>
        <p:grpSpPr>
          <a:xfrm rot="-5400000" flipH="1">
            <a:off x="3660496" y="4881980"/>
            <a:ext cx="1823016" cy="296643"/>
            <a:chOff x="7857346" y="3902355"/>
            <a:chExt cx="1823016" cy="296643"/>
          </a:xfrm>
        </p:grpSpPr>
        <p:sp>
          <p:nvSpPr>
            <p:cNvPr id="844" name="Google Shape;844;p11"/>
            <p:cNvSpPr/>
            <p:nvPr/>
          </p:nvSpPr>
          <p:spPr>
            <a:xfrm>
              <a:off x="7956216" y="4048371"/>
              <a:ext cx="1724145" cy="150627"/>
            </a:xfrm>
            <a:custGeom>
              <a:avLst/>
              <a:gdLst/>
              <a:ahLst/>
              <a:cxnLst/>
              <a:rect l="l" t="t" r="r" b="b"/>
              <a:pathLst>
                <a:path w="55332" h="4834" fill="none" extrusionOk="0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5" name="Google Shape;845;p11"/>
            <p:cNvSpPr/>
            <p:nvPr/>
          </p:nvSpPr>
          <p:spPr>
            <a:xfrm>
              <a:off x="8453686" y="390235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0" y="1488"/>
                  </a:moveTo>
                  <a:cubicBezTo>
                    <a:pt x="0" y="670"/>
                    <a:pt x="670" y="1"/>
                    <a:pt x="1488" y="1"/>
                  </a:cubicBezTo>
                  <a:cubicBezTo>
                    <a:pt x="2306" y="1"/>
                    <a:pt x="2950" y="670"/>
                    <a:pt x="2950" y="1488"/>
                  </a:cubicBezTo>
                  <a:cubicBezTo>
                    <a:pt x="2950" y="2281"/>
                    <a:pt x="2306" y="2951"/>
                    <a:pt x="1488" y="2951"/>
                  </a:cubicBezTo>
                  <a:cubicBezTo>
                    <a:pt x="670" y="2951"/>
                    <a:pt x="0" y="2281"/>
                    <a:pt x="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6" name="Google Shape;846;p11"/>
            <p:cNvSpPr/>
            <p:nvPr/>
          </p:nvSpPr>
          <p:spPr>
            <a:xfrm>
              <a:off x="8478396" y="3927096"/>
              <a:ext cx="43281" cy="42502"/>
            </a:xfrm>
            <a:custGeom>
              <a:avLst/>
              <a:gdLst/>
              <a:ahLst/>
              <a:cxnLst/>
              <a:rect l="l" t="t" r="r" b="b"/>
              <a:pathLst>
                <a:path w="1389" h="1364" extrusionOk="0">
                  <a:moveTo>
                    <a:pt x="695" y="0"/>
                  </a:moveTo>
                  <a:cubicBezTo>
                    <a:pt x="298" y="0"/>
                    <a:pt x="1" y="298"/>
                    <a:pt x="1" y="694"/>
                  </a:cubicBezTo>
                  <a:cubicBezTo>
                    <a:pt x="1" y="1066"/>
                    <a:pt x="298" y="1363"/>
                    <a:pt x="695" y="1363"/>
                  </a:cubicBezTo>
                  <a:cubicBezTo>
                    <a:pt x="1067" y="1363"/>
                    <a:pt x="1389" y="1066"/>
                    <a:pt x="1389" y="694"/>
                  </a:cubicBezTo>
                  <a:cubicBezTo>
                    <a:pt x="1389" y="298"/>
                    <a:pt x="1067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7" name="Google Shape;847;p11"/>
            <p:cNvSpPr/>
            <p:nvPr/>
          </p:nvSpPr>
          <p:spPr>
            <a:xfrm>
              <a:off x="7857346" y="400200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8" name="Google Shape;848;p11"/>
            <p:cNvSpPr/>
            <p:nvPr/>
          </p:nvSpPr>
          <p:spPr>
            <a:xfrm>
              <a:off x="7882087" y="4026715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9" name="Google Shape;849;p11"/>
            <p:cNvSpPr/>
            <p:nvPr/>
          </p:nvSpPr>
          <p:spPr>
            <a:xfrm>
              <a:off x="8545608" y="3948721"/>
              <a:ext cx="1134754" cy="175368"/>
            </a:xfrm>
            <a:custGeom>
              <a:avLst/>
              <a:gdLst/>
              <a:ahLst/>
              <a:cxnLst/>
              <a:rect l="l" t="t" r="r" b="b"/>
              <a:pathLst>
                <a:path w="36417" h="5628" fill="none" extrusionOk="0">
                  <a:moveTo>
                    <a:pt x="0" y="0"/>
                  </a:moveTo>
                  <a:lnTo>
                    <a:pt x="6049" y="0"/>
                  </a:lnTo>
                  <a:lnTo>
                    <a:pt x="8379" y="2330"/>
                  </a:lnTo>
                  <a:lnTo>
                    <a:pt x="11676" y="5627"/>
                  </a:lnTo>
                  <a:lnTo>
                    <a:pt x="36416" y="5627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50" name="Google Shape;850;p11"/>
          <p:cNvSpPr/>
          <p:nvPr/>
        </p:nvSpPr>
        <p:spPr>
          <a:xfrm rot="5400000">
            <a:off x="5457595" y="-491996"/>
            <a:ext cx="1994700" cy="6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1" name="Google Shape;851;p11"/>
          <p:cNvSpPr/>
          <p:nvPr/>
        </p:nvSpPr>
        <p:spPr>
          <a:xfrm rot="5400000">
            <a:off x="5736895" y="-188896"/>
            <a:ext cx="1994700" cy="6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2" name="Google Shape;852;p11"/>
          <p:cNvSpPr/>
          <p:nvPr/>
        </p:nvSpPr>
        <p:spPr>
          <a:xfrm rot="10800000">
            <a:off x="8027645" y="2478979"/>
            <a:ext cx="1994700" cy="6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3" name="Google Shape;853;p11"/>
          <p:cNvSpPr/>
          <p:nvPr/>
        </p:nvSpPr>
        <p:spPr>
          <a:xfrm rot="5400000">
            <a:off x="8208386" y="420378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4" name="Google Shape;854;p11"/>
          <p:cNvSpPr/>
          <p:nvPr/>
        </p:nvSpPr>
        <p:spPr>
          <a:xfrm>
            <a:off x="8557212" y="-1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55" name="Google Shape;855;p11"/>
          <p:cNvGrpSpPr/>
          <p:nvPr/>
        </p:nvGrpSpPr>
        <p:grpSpPr>
          <a:xfrm>
            <a:off x="7965207" y="312162"/>
            <a:ext cx="1520982" cy="302065"/>
            <a:chOff x="5642557" y="-150670"/>
            <a:chExt cx="1520982" cy="302065"/>
          </a:xfrm>
        </p:grpSpPr>
        <p:sp>
          <p:nvSpPr>
            <p:cNvPr id="856" name="Google Shape;856;p11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7" name="Google Shape;857;p11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8" name="Google Shape;858;p11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9" name="Google Shape;859;p11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0" name="Google Shape;860;p11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61" name="Google Shape;861;p11"/>
          <p:cNvGrpSpPr/>
          <p:nvPr/>
        </p:nvGrpSpPr>
        <p:grpSpPr>
          <a:xfrm>
            <a:off x="8495989" y="3241228"/>
            <a:ext cx="883262" cy="242091"/>
            <a:chOff x="2300350" y="2601250"/>
            <a:chExt cx="2275275" cy="623625"/>
          </a:xfrm>
        </p:grpSpPr>
        <p:sp>
          <p:nvSpPr>
            <p:cNvPr id="862" name="Google Shape;862;p11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3" name="Google Shape;863;p11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4" name="Google Shape;864;p11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5" name="Google Shape;865;p11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6" name="Google Shape;866;p11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7" name="Google Shape;867;p11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68" name="Google Shape;868;p11"/>
          <p:cNvGrpSpPr/>
          <p:nvPr/>
        </p:nvGrpSpPr>
        <p:grpSpPr>
          <a:xfrm>
            <a:off x="8267392" y="1860741"/>
            <a:ext cx="1105976" cy="133969"/>
            <a:chOff x="8183182" y="663852"/>
            <a:chExt cx="1475028" cy="178673"/>
          </a:xfrm>
        </p:grpSpPr>
        <p:grpSp>
          <p:nvGrpSpPr>
            <p:cNvPr id="869" name="Google Shape;869;p11"/>
            <p:cNvGrpSpPr/>
            <p:nvPr/>
          </p:nvGrpSpPr>
          <p:grpSpPr>
            <a:xfrm>
              <a:off x="8183182" y="774425"/>
              <a:ext cx="1178025" cy="68100"/>
              <a:chOff x="2024450" y="204150"/>
              <a:chExt cx="1178025" cy="68100"/>
            </a:xfrm>
          </p:grpSpPr>
          <p:sp>
            <p:nvSpPr>
              <p:cNvPr id="870" name="Google Shape;870;p11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1" name="Google Shape;871;p11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2" name="Google Shape;872;p11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3" name="Google Shape;873;p11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4" name="Google Shape;874;p11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5" name="Google Shape;875;p11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6" name="Google Shape;876;p11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7" name="Google Shape;877;p11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8" name="Google Shape;878;p11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9" name="Google Shape;879;p11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80" name="Google Shape;880;p11"/>
            <p:cNvGrpSpPr/>
            <p:nvPr/>
          </p:nvGrpSpPr>
          <p:grpSpPr>
            <a:xfrm>
              <a:off x="8480185" y="663852"/>
              <a:ext cx="1178025" cy="68100"/>
              <a:chOff x="2024450" y="204150"/>
              <a:chExt cx="1178025" cy="68100"/>
            </a:xfrm>
          </p:grpSpPr>
          <p:sp>
            <p:nvSpPr>
              <p:cNvPr id="881" name="Google Shape;881;p11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2" name="Google Shape;882;p11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3" name="Google Shape;883;p11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4" name="Google Shape;884;p11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5" name="Google Shape;885;p11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6" name="Google Shape;886;p11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7" name="Google Shape;887;p11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8" name="Google Shape;888;p11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9" name="Google Shape;889;p11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0" name="Google Shape;890;p11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891" name="Google Shape;891;p11"/>
          <p:cNvGrpSpPr/>
          <p:nvPr/>
        </p:nvGrpSpPr>
        <p:grpSpPr>
          <a:xfrm>
            <a:off x="5447301" y="4536119"/>
            <a:ext cx="1252897" cy="51000"/>
            <a:chOff x="2915381" y="4104819"/>
            <a:chExt cx="1252897" cy="51000"/>
          </a:xfrm>
        </p:grpSpPr>
        <p:sp>
          <p:nvSpPr>
            <p:cNvPr id="892" name="Google Shape;892;p11"/>
            <p:cNvSpPr/>
            <p:nvPr/>
          </p:nvSpPr>
          <p:spPr>
            <a:xfrm>
              <a:off x="2915381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3" name="Google Shape;893;p11"/>
            <p:cNvSpPr/>
            <p:nvPr/>
          </p:nvSpPr>
          <p:spPr>
            <a:xfrm>
              <a:off x="3007850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4" name="Google Shape;894;p11"/>
            <p:cNvSpPr/>
            <p:nvPr/>
          </p:nvSpPr>
          <p:spPr>
            <a:xfrm>
              <a:off x="3100319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5" name="Google Shape;895;p11"/>
            <p:cNvSpPr/>
            <p:nvPr/>
          </p:nvSpPr>
          <p:spPr>
            <a:xfrm>
              <a:off x="3192788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6" name="Google Shape;896;p11"/>
            <p:cNvSpPr/>
            <p:nvPr/>
          </p:nvSpPr>
          <p:spPr>
            <a:xfrm>
              <a:off x="328525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7" name="Google Shape;897;p11"/>
            <p:cNvSpPr/>
            <p:nvPr/>
          </p:nvSpPr>
          <p:spPr>
            <a:xfrm>
              <a:off x="3377726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8" name="Google Shape;898;p11"/>
            <p:cNvSpPr/>
            <p:nvPr/>
          </p:nvSpPr>
          <p:spPr>
            <a:xfrm>
              <a:off x="3470195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9" name="Google Shape;899;p11"/>
            <p:cNvSpPr/>
            <p:nvPr/>
          </p:nvSpPr>
          <p:spPr>
            <a:xfrm>
              <a:off x="3562664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0" name="Google Shape;900;p11"/>
            <p:cNvSpPr/>
            <p:nvPr/>
          </p:nvSpPr>
          <p:spPr>
            <a:xfrm>
              <a:off x="3655133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1" name="Google Shape;901;p11"/>
            <p:cNvSpPr/>
            <p:nvPr/>
          </p:nvSpPr>
          <p:spPr>
            <a:xfrm>
              <a:off x="3747602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2" name="Google Shape;902;p11"/>
            <p:cNvSpPr/>
            <p:nvPr/>
          </p:nvSpPr>
          <p:spPr>
            <a:xfrm>
              <a:off x="38400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3" name="Google Shape;903;p11"/>
            <p:cNvSpPr/>
            <p:nvPr/>
          </p:nvSpPr>
          <p:spPr>
            <a:xfrm>
              <a:off x="39324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4" name="Google Shape;904;p11"/>
            <p:cNvSpPr/>
            <p:nvPr/>
          </p:nvSpPr>
          <p:spPr>
            <a:xfrm>
              <a:off x="40248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5" name="Google Shape;905;p11"/>
            <p:cNvSpPr/>
            <p:nvPr/>
          </p:nvSpPr>
          <p:spPr>
            <a:xfrm>
              <a:off x="41172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06" name="Google Shape;906;p11"/>
          <p:cNvGrpSpPr/>
          <p:nvPr/>
        </p:nvGrpSpPr>
        <p:grpSpPr>
          <a:xfrm>
            <a:off x="-235013" y="829744"/>
            <a:ext cx="1105976" cy="133969"/>
            <a:chOff x="8183182" y="663852"/>
            <a:chExt cx="1475028" cy="178673"/>
          </a:xfrm>
        </p:grpSpPr>
        <p:grpSp>
          <p:nvGrpSpPr>
            <p:cNvPr id="907" name="Google Shape;907;p11"/>
            <p:cNvGrpSpPr/>
            <p:nvPr/>
          </p:nvGrpSpPr>
          <p:grpSpPr>
            <a:xfrm>
              <a:off x="8183182" y="774425"/>
              <a:ext cx="1178025" cy="68100"/>
              <a:chOff x="2024450" y="204150"/>
              <a:chExt cx="1178025" cy="68100"/>
            </a:xfrm>
          </p:grpSpPr>
          <p:sp>
            <p:nvSpPr>
              <p:cNvPr id="908" name="Google Shape;908;p11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9" name="Google Shape;909;p11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0" name="Google Shape;910;p11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1" name="Google Shape;911;p11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2" name="Google Shape;912;p11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3" name="Google Shape;913;p11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4" name="Google Shape;914;p11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5" name="Google Shape;915;p11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6" name="Google Shape;916;p11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7" name="Google Shape;917;p11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18" name="Google Shape;918;p11"/>
            <p:cNvGrpSpPr/>
            <p:nvPr/>
          </p:nvGrpSpPr>
          <p:grpSpPr>
            <a:xfrm>
              <a:off x="8480185" y="663852"/>
              <a:ext cx="1178025" cy="68100"/>
              <a:chOff x="2024450" y="204150"/>
              <a:chExt cx="1178025" cy="68100"/>
            </a:xfrm>
          </p:grpSpPr>
          <p:sp>
            <p:nvSpPr>
              <p:cNvPr id="919" name="Google Shape;919;p11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0" name="Google Shape;920;p11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1" name="Google Shape;921;p11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2" name="Google Shape;922;p11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3" name="Google Shape;923;p11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4" name="Google Shape;924;p11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5" name="Google Shape;925;p11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6" name="Google Shape;926;p11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7" name="Google Shape;927;p11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8" name="Google Shape;928;p11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92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">
    <p:spTree>
      <p:nvGrpSpPr>
        <p:cNvPr id="1" name="Shape 9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31" name="Google Shape;931;p13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932" name="Google Shape;932;p13"/>
            <p:cNvSpPr/>
            <p:nvPr/>
          </p:nvSpPr>
          <p:spPr>
            <a:xfrm>
              <a:off x="597550" y="4893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3" name="Google Shape;933;p13"/>
            <p:cNvSpPr/>
            <p:nvPr/>
          </p:nvSpPr>
          <p:spPr>
            <a:xfrm>
              <a:off x="597550" y="4780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4" name="Google Shape;934;p13"/>
            <p:cNvSpPr/>
            <p:nvPr/>
          </p:nvSpPr>
          <p:spPr>
            <a:xfrm>
              <a:off x="597550" y="46671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5" name="Google Shape;935;p13"/>
            <p:cNvSpPr/>
            <p:nvPr/>
          </p:nvSpPr>
          <p:spPr>
            <a:xfrm>
              <a:off x="597550" y="4553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6" name="Google Shape;936;p13"/>
            <p:cNvSpPr/>
            <p:nvPr/>
          </p:nvSpPr>
          <p:spPr>
            <a:xfrm>
              <a:off x="597550" y="4441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7" name="Google Shape;937;p13"/>
            <p:cNvSpPr/>
            <p:nvPr/>
          </p:nvSpPr>
          <p:spPr>
            <a:xfrm>
              <a:off x="597550" y="4328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8" name="Google Shape;938;p13"/>
            <p:cNvSpPr/>
            <p:nvPr/>
          </p:nvSpPr>
          <p:spPr>
            <a:xfrm>
              <a:off x="597550" y="42150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9" name="Google Shape;939;p13"/>
            <p:cNvSpPr/>
            <p:nvPr/>
          </p:nvSpPr>
          <p:spPr>
            <a:xfrm>
              <a:off x="597550" y="4101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0" name="Google Shape;940;p13"/>
            <p:cNvSpPr/>
            <p:nvPr/>
          </p:nvSpPr>
          <p:spPr>
            <a:xfrm>
              <a:off x="597550" y="3988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1" name="Google Shape;941;p13"/>
            <p:cNvSpPr/>
            <p:nvPr/>
          </p:nvSpPr>
          <p:spPr>
            <a:xfrm>
              <a:off x="597550" y="3875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2" name="Google Shape;942;p13"/>
            <p:cNvSpPr/>
            <p:nvPr/>
          </p:nvSpPr>
          <p:spPr>
            <a:xfrm>
              <a:off x="597550" y="3762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3" name="Google Shape;943;p13"/>
            <p:cNvSpPr/>
            <p:nvPr/>
          </p:nvSpPr>
          <p:spPr>
            <a:xfrm>
              <a:off x="597550" y="36496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4" name="Google Shape;944;p13"/>
            <p:cNvSpPr/>
            <p:nvPr/>
          </p:nvSpPr>
          <p:spPr>
            <a:xfrm>
              <a:off x="597550" y="35364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5" name="Google Shape;945;p13"/>
            <p:cNvSpPr/>
            <p:nvPr/>
          </p:nvSpPr>
          <p:spPr>
            <a:xfrm>
              <a:off x="597550" y="34232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6" name="Google Shape;946;p13"/>
            <p:cNvSpPr/>
            <p:nvPr/>
          </p:nvSpPr>
          <p:spPr>
            <a:xfrm>
              <a:off x="597550" y="33100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7" name="Google Shape;947;p13"/>
            <p:cNvSpPr/>
            <p:nvPr/>
          </p:nvSpPr>
          <p:spPr>
            <a:xfrm>
              <a:off x="597550" y="31967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8" name="Google Shape;948;p13"/>
            <p:cNvSpPr/>
            <p:nvPr/>
          </p:nvSpPr>
          <p:spPr>
            <a:xfrm>
              <a:off x="597550" y="30835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9" name="Google Shape;949;p13"/>
            <p:cNvSpPr/>
            <p:nvPr/>
          </p:nvSpPr>
          <p:spPr>
            <a:xfrm>
              <a:off x="597550" y="29703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0" name="Google Shape;950;p13"/>
            <p:cNvSpPr/>
            <p:nvPr/>
          </p:nvSpPr>
          <p:spPr>
            <a:xfrm>
              <a:off x="597550" y="28578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1" name="Google Shape;951;p13"/>
            <p:cNvSpPr/>
            <p:nvPr/>
          </p:nvSpPr>
          <p:spPr>
            <a:xfrm>
              <a:off x="597550" y="27446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2" name="Google Shape;952;p13"/>
            <p:cNvSpPr/>
            <p:nvPr/>
          </p:nvSpPr>
          <p:spPr>
            <a:xfrm>
              <a:off x="597550" y="263140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3" name="Google Shape;953;p13"/>
            <p:cNvSpPr/>
            <p:nvPr/>
          </p:nvSpPr>
          <p:spPr>
            <a:xfrm>
              <a:off x="597550" y="251817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4" name="Google Shape;954;p13"/>
            <p:cNvSpPr/>
            <p:nvPr/>
          </p:nvSpPr>
          <p:spPr>
            <a:xfrm>
              <a:off x="597550" y="24049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5" name="Google Shape;955;p13"/>
            <p:cNvSpPr/>
            <p:nvPr/>
          </p:nvSpPr>
          <p:spPr>
            <a:xfrm>
              <a:off x="597550" y="22917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6" name="Google Shape;956;p13"/>
            <p:cNvSpPr/>
            <p:nvPr/>
          </p:nvSpPr>
          <p:spPr>
            <a:xfrm>
              <a:off x="597550" y="21792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7" name="Google Shape;957;p13"/>
            <p:cNvSpPr/>
            <p:nvPr/>
          </p:nvSpPr>
          <p:spPr>
            <a:xfrm>
              <a:off x="597550" y="20660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8" name="Google Shape;958;p13"/>
            <p:cNvSpPr/>
            <p:nvPr/>
          </p:nvSpPr>
          <p:spPr>
            <a:xfrm>
              <a:off x="597550" y="19528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9" name="Google Shape;959;p13"/>
            <p:cNvSpPr/>
            <p:nvPr/>
          </p:nvSpPr>
          <p:spPr>
            <a:xfrm>
              <a:off x="597550" y="1839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0" name="Google Shape;960;p13"/>
            <p:cNvSpPr/>
            <p:nvPr/>
          </p:nvSpPr>
          <p:spPr>
            <a:xfrm>
              <a:off x="597550" y="1726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1" name="Google Shape;961;p13"/>
            <p:cNvSpPr/>
            <p:nvPr/>
          </p:nvSpPr>
          <p:spPr>
            <a:xfrm>
              <a:off x="597550" y="16131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2" name="Google Shape;962;p13"/>
            <p:cNvSpPr/>
            <p:nvPr/>
          </p:nvSpPr>
          <p:spPr>
            <a:xfrm>
              <a:off x="597550" y="1499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3" name="Google Shape;963;p13"/>
            <p:cNvSpPr/>
            <p:nvPr/>
          </p:nvSpPr>
          <p:spPr>
            <a:xfrm>
              <a:off x="597550" y="1387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4" name="Google Shape;964;p13"/>
            <p:cNvSpPr/>
            <p:nvPr/>
          </p:nvSpPr>
          <p:spPr>
            <a:xfrm>
              <a:off x="597550" y="1274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5" name="Google Shape;965;p13"/>
            <p:cNvSpPr/>
            <p:nvPr/>
          </p:nvSpPr>
          <p:spPr>
            <a:xfrm>
              <a:off x="597550" y="11610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6" name="Google Shape;966;p13"/>
            <p:cNvSpPr/>
            <p:nvPr/>
          </p:nvSpPr>
          <p:spPr>
            <a:xfrm>
              <a:off x="597550" y="1047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7" name="Google Shape;967;p13"/>
            <p:cNvSpPr/>
            <p:nvPr/>
          </p:nvSpPr>
          <p:spPr>
            <a:xfrm>
              <a:off x="597550" y="934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8" name="Google Shape;968;p13"/>
            <p:cNvSpPr/>
            <p:nvPr/>
          </p:nvSpPr>
          <p:spPr>
            <a:xfrm>
              <a:off x="597550" y="821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9" name="Google Shape;969;p13"/>
            <p:cNvSpPr/>
            <p:nvPr/>
          </p:nvSpPr>
          <p:spPr>
            <a:xfrm>
              <a:off x="597550" y="708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70" name="Google Shape;970;p13"/>
          <p:cNvSpPr txBox="1">
            <a:spLocks noGrp="1"/>
          </p:cNvSpPr>
          <p:nvPr>
            <p:ph type="title"/>
          </p:nvPr>
        </p:nvSpPr>
        <p:spPr>
          <a:xfrm>
            <a:off x="713100" y="539400"/>
            <a:ext cx="77178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971" name="Google Shape;971;p13"/>
          <p:cNvSpPr txBox="1">
            <a:spLocks noGrp="1"/>
          </p:cNvSpPr>
          <p:nvPr>
            <p:ph type="title" idx="2"/>
          </p:nvPr>
        </p:nvSpPr>
        <p:spPr>
          <a:xfrm>
            <a:off x="776550" y="1982455"/>
            <a:ext cx="2233500" cy="274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972" name="Google Shape;972;p13"/>
          <p:cNvSpPr txBox="1">
            <a:spLocks noGrp="1"/>
          </p:cNvSpPr>
          <p:nvPr>
            <p:ph type="subTitle" idx="1"/>
          </p:nvPr>
        </p:nvSpPr>
        <p:spPr>
          <a:xfrm>
            <a:off x="776550" y="2391054"/>
            <a:ext cx="22335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73" name="Google Shape;973;p13"/>
          <p:cNvSpPr txBox="1">
            <a:spLocks noGrp="1"/>
          </p:cNvSpPr>
          <p:nvPr>
            <p:ph type="title" idx="3" hasCustomPrompt="1"/>
          </p:nvPr>
        </p:nvSpPr>
        <p:spPr>
          <a:xfrm>
            <a:off x="776550" y="1345282"/>
            <a:ext cx="2233500" cy="484800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5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74" name="Google Shape;974;p13"/>
          <p:cNvSpPr txBox="1">
            <a:spLocks noGrp="1"/>
          </p:cNvSpPr>
          <p:nvPr>
            <p:ph type="title" idx="4"/>
          </p:nvPr>
        </p:nvSpPr>
        <p:spPr>
          <a:xfrm>
            <a:off x="3471150" y="1982455"/>
            <a:ext cx="2201700" cy="274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975" name="Google Shape;975;p13"/>
          <p:cNvSpPr txBox="1">
            <a:spLocks noGrp="1"/>
          </p:cNvSpPr>
          <p:nvPr>
            <p:ph type="subTitle" idx="5"/>
          </p:nvPr>
        </p:nvSpPr>
        <p:spPr>
          <a:xfrm>
            <a:off x="3471150" y="2391054"/>
            <a:ext cx="22017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76" name="Google Shape;976;p13"/>
          <p:cNvSpPr txBox="1">
            <a:spLocks noGrp="1"/>
          </p:cNvSpPr>
          <p:nvPr>
            <p:ph type="title" idx="6" hasCustomPrompt="1"/>
          </p:nvPr>
        </p:nvSpPr>
        <p:spPr>
          <a:xfrm>
            <a:off x="3471150" y="1345282"/>
            <a:ext cx="2201700" cy="484800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5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77" name="Google Shape;977;p13"/>
          <p:cNvSpPr txBox="1">
            <a:spLocks noGrp="1"/>
          </p:cNvSpPr>
          <p:nvPr>
            <p:ph type="title" idx="7"/>
          </p:nvPr>
        </p:nvSpPr>
        <p:spPr>
          <a:xfrm>
            <a:off x="6149850" y="1982455"/>
            <a:ext cx="2201700" cy="274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978" name="Google Shape;978;p13"/>
          <p:cNvSpPr txBox="1">
            <a:spLocks noGrp="1"/>
          </p:cNvSpPr>
          <p:nvPr>
            <p:ph type="subTitle" idx="8"/>
          </p:nvPr>
        </p:nvSpPr>
        <p:spPr>
          <a:xfrm>
            <a:off x="6149850" y="2391054"/>
            <a:ext cx="22017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79" name="Google Shape;979;p13"/>
          <p:cNvSpPr txBox="1">
            <a:spLocks noGrp="1"/>
          </p:cNvSpPr>
          <p:nvPr>
            <p:ph type="title" idx="9" hasCustomPrompt="1"/>
          </p:nvPr>
        </p:nvSpPr>
        <p:spPr>
          <a:xfrm>
            <a:off x="6149850" y="1345282"/>
            <a:ext cx="2201700" cy="484800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5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80" name="Google Shape;980;p13"/>
          <p:cNvSpPr txBox="1">
            <a:spLocks noGrp="1"/>
          </p:cNvSpPr>
          <p:nvPr>
            <p:ph type="title" idx="13"/>
          </p:nvPr>
        </p:nvSpPr>
        <p:spPr>
          <a:xfrm>
            <a:off x="776550" y="3617845"/>
            <a:ext cx="2233500" cy="274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981" name="Google Shape;981;p13"/>
          <p:cNvSpPr txBox="1">
            <a:spLocks noGrp="1"/>
          </p:cNvSpPr>
          <p:nvPr>
            <p:ph type="subTitle" idx="14"/>
          </p:nvPr>
        </p:nvSpPr>
        <p:spPr>
          <a:xfrm>
            <a:off x="776550" y="4026444"/>
            <a:ext cx="22335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2" name="Google Shape;982;p13"/>
          <p:cNvSpPr txBox="1">
            <a:spLocks noGrp="1"/>
          </p:cNvSpPr>
          <p:nvPr>
            <p:ph type="title" idx="15" hasCustomPrompt="1"/>
          </p:nvPr>
        </p:nvSpPr>
        <p:spPr>
          <a:xfrm>
            <a:off x="776550" y="2980641"/>
            <a:ext cx="2233500" cy="484800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5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83" name="Google Shape;983;p13"/>
          <p:cNvSpPr txBox="1">
            <a:spLocks noGrp="1"/>
          </p:cNvSpPr>
          <p:nvPr>
            <p:ph type="title" idx="16"/>
          </p:nvPr>
        </p:nvSpPr>
        <p:spPr>
          <a:xfrm>
            <a:off x="3471150" y="3617845"/>
            <a:ext cx="2201700" cy="274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984" name="Google Shape;984;p13"/>
          <p:cNvSpPr txBox="1">
            <a:spLocks noGrp="1"/>
          </p:cNvSpPr>
          <p:nvPr>
            <p:ph type="subTitle" idx="17"/>
          </p:nvPr>
        </p:nvSpPr>
        <p:spPr>
          <a:xfrm>
            <a:off x="3471150" y="4026444"/>
            <a:ext cx="22017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5" name="Google Shape;985;p13"/>
          <p:cNvSpPr txBox="1">
            <a:spLocks noGrp="1"/>
          </p:cNvSpPr>
          <p:nvPr>
            <p:ph type="title" idx="18" hasCustomPrompt="1"/>
          </p:nvPr>
        </p:nvSpPr>
        <p:spPr>
          <a:xfrm>
            <a:off x="3471150" y="2980641"/>
            <a:ext cx="2201700" cy="484800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5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86" name="Google Shape;986;p13"/>
          <p:cNvSpPr txBox="1">
            <a:spLocks noGrp="1"/>
          </p:cNvSpPr>
          <p:nvPr>
            <p:ph type="title" idx="19"/>
          </p:nvPr>
        </p:nvSpPr>
        <p:spPr>
          <a:xfrm>
            <a:off x="6149850" y="3617845"/>
            <a:ext cx="2201700" cy="274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987" name="Google Shape;987;p13"/>
          <p:cNvSpPr txBox="1">
            <a:spLocks noGrp="1"/>
          </p:cNvSpPr>
          <p:nvPr>
            <p:ph type="subTitle" idx="20"/>
          </p:nvPr>
        </p:nvSpPr>
        <p:spPr>
          <a:xfrm>
            <a:off x="6149850" y="4026444"/>
            <a:ext cx="22017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8" name="Google Shape;988;p13"/>
          <p:cNvSpPr txBox="1">
            <a:spLocks noGrp="1"/>
          </p:cNvSpPr>
          <p:nvPr>
            <p:ph type="title" idx="21" hasCustomPrompt="1"/>
          </p:nvPr>
        </p:nvSpPr>
        <p:spPr>
          <a:xfrm>
            <a:off x="6149850" y="2980641"/>
            <a:ext cx="2201700" cy="484800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5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grpSp>
        <p:nvGrpSpPr>
          <p:cNvPr id="989" name="Google Shape;989;p13"/>
          <p:cNvGrpSpPr/>
          <p:nvPr/>
        </p:nvGrpSpPr>
        <p:grpSpPr>
          <a:xfrm rot="5400000">
            <a:off x="8381450" y="4569182"/>
            <a:ext cx="98902" cy="553090"/>
            <a:chOff x="4898850" y="4820550"/>
            <a:chExt cx="98902" cy="553090"/>
          </a:xfrm>
        </p:grpSpPr>
        <p:sp>
          <p:nvSpPr>
            <p:cNvPr id="990" name="Google Shape;990;p13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1" name="Google Shape;991;p13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2" name="Google Shape;992;p13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3" name="Google Shape;993;p13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4" name="Google Shape;994;p13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95" name="Google Shape;995;p13"/>
          <p:cNvSpPr/>
          <p:nvPr/>
        </p:nvSpPr>
        <p:spPr>
          <a:xfrm>
            <a:off x="7" y="2056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96" name="Google Shape;996;p13"/>
          <p:cNvGrpSpPr/>
          <p:nvPr/>
        </p:nvGrpSpPr>
        <p:grpSpPr>
          <a:xfrm rot="-5400000">
            <a:off x="-148234" y="322631"/>
            <a:ext cx="883262" cy="242091"/>
            <a:chOff x="2300350" y="2601250"/>
            <a:chExt cx="2275275" cy="623625"/>
          </a:xfrm>
        </p:grpSpPr>
        <p:sp>
          <p:nvSpPr>
            <p:cNvPr id="997" name="Google Shape;997;p13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Google Shape;998;p13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9" name="Google Shape;999;p13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0" name="Google Shape;1000;p13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1" name="Google Shape;1001;p13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2" name="Google Shape;1002;p13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03" name="Google Shape;1003;p13"/>
          <p:cNvSpPr/>
          <p:nvPr/>
        </p:nvSpPr>
        <p:spPr>
          <a:xfrm rot="5400000" flipH="1">
            <a:off x="8216276" y="-335305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04" name="Google Shape;1004;p13"/>
          <p:cNvGrpSpPr/>
          <p:nvPr/>
        </p:nvGrpSpPr>
        <p:grpSpPr>
          <a:xfrm>
            <a:off x="-256008" y="4796266"/>
            <a:ext cx="1105976" cy="133969"/>
            <a:chOff x="8183182" y="663852"/>
            <a:chExt cx="1475028" cy="178673"/>
          </a:xfrm>
        </p:grpSpPr>
        <p:grpSp>
          <p:nvGrpSpPr>
            <p:cNvPr id="1005" name="Google Shape;1005;p13"/>
            <p:cNvGrpSpPr/>
            <p:nvPr/>
          </p:nvGrpSpPr>
          <p:grpSpPr>
            <a:xfrm>
              <a:off x="8183182" y="774425"/>
              <a:ext cx="1178025" cy="68100"/>
              <a:chOff x="2024450" y="204150"/>
              <a:chExt cx="1178025" cy="68100"/>
            </a:xfrm>
          </p:grpSpPr>
          <p:sp>
            <p:nvSpPr>
              <p:cNvPr id="1006" name="Google Shape;1006;p13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7" name="Google Shape;1007;p13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8" name="Google Shape;1008;p13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9" name="Google Shape;1009;p13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0" name="Google Shape;1010;p13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1" name="Google Shape;1011;p13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2" name="Google Shape;1012;p13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3" name="Google Shape;1013;p13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4" name="Google Shape;1014;p13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5" name="Google Shape;1015;p13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16" name="Google Shape;1016;p13"/>
            <p:cNvGrpSpPr/>
            <p:nvPr/>
          </p:nvGrpSpPr>
          <p:grpSpPr>
            <a:xfrm>
              <a:off x="8480185" y="663852"/>
              <a:ext cx="1178025" cy="68100"/>
              <a:chOff x="2024450" y="204150"/>
              <a:chExt cx="1178025" cy="68100"/>
            </a:xfrm>
          </p:grpSpPr>
          <p:sp>
            <p:nvSpPr>
              <p:cNvPr id="1017" name="Google Shape;1017;p13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8" name="Google Shape;1018;p13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9" name="Google Shape;1019;p13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0" name="Google Shape;1020;p13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1" name="Google Shape;1021;p13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2" name="Google Shape;1022;p13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3" name="Google Shape;1023;p13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4" name="Google Shape;1024;p13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5" name="Google Shape;1025;p13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6" name="Google Shape;1026;p13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027" name="Google Shape;1027;p13"/>
          <p:cNvGrpSpPr/>
          <p:nvPr/>
        </p:nvGrpSpPr>
        <p:grpSpPr>
          <a:xfrm>
            <a:off x="8290084" y="239916"/>
            <a:ext cx="1105976" cy="133969"/>
            <a:chOff x="8183182" y="663852"/>
            <a:chExt cx="1475028" cy="178673"/>
          </a:xfrm>
        </p:grpSpPr>
        <p:grpSp>
          <p:nvGrpSpPr>
            <p:cNvPr id="1028" name="Google Shape;1028;p13"/>
            <p:cNvGrpSpPr/>
            <p:nvPr/>
          </p:nvGrpSpPr>
          <p:grpSpPr>
            <a:xfrm>
              <a:off x="8183182" y="774425"/>
              <a:ext cx="1178025" cy="68100"/>
              <a:chOff x="2024450" y="204150"/>
              <a:chExt cx="1178025" cy="68100"/>
            </a:xfrm>
          </p:grpSpPr>
          <p:sp>
            <p:nvSpPr>
              <p:cNvPr id="1029" name="Google Shape;1029;p13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0" name="Google Shape;1030;p13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1" name="Google Shape;1031;p13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2" name="Google Shape;1032;p13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3" name="Google Shape;1033;p13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4" name="Google Shape;1034;p13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5" name="Google Shape;1035;p13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6" name="Google Shape;1036;p13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7" name="Google Shape;1037;p13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8" name="Google Shape;1038;p13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39" name="Google Shape;1039;p13"/>
            <p:cNvGrpSpPr/>
            <p:nvPr/>
          </p:nvGrpSpPr>
          <p:grpSpPr>
            <a:xfrm>
              <a:off x="8480185" y="663852"/>
              <a:ext cx="1178025" cy="68100"/>
              <a:chOff x="2024450" y="204150"/>
              <a:chExt cx="1178025" cy="68100"/>
            </a:xfrm>
          </p:grpSpPr>
          <p:sp>
            <p:nvSpPr>
              <p:cNvPr id="1040" name="Google Shape;1040;p13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1" name="Google Shape;1041;p13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2" name="Google Shape;1042;p13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3" name="Google Shape;1043;p13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4" name="Google Shape;1044;p13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5" name="Google Shape;1045;p13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6" name="Google Shape;1046;p13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7" name="Google Shape;1047;p13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8" name="Google Shape;1048;p13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9" name="Google Shape;1049;p13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050" name="Google Shape;1050;p13"/>
          <p:cNvGrpSpPr/>
          <p:nvPr/>
        </p:nvGrpSpPr>
        <p:grpSpPr>
          <a:xfrm rot="5400000">
            <a:off x="8428614" y="2891627"/>
            <a:ext cx="883262" cy="242091"/>
            <a:chOff x="2300350" y="2601250"/>
            <a:chExt cx="2275275" cy="623625"/>
          </a:xfrm>
        </p:grpSpPr>
        <p:sp>
          <p:nvSpPr>
            <p:cNvPr id="1051" name="Google Shape;1051;p13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2" name="Google Shape;1052;p13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3" name="Google Shape;1053;p13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4" name="Google Shape;1054;p13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5" name="Google Shape;1055;p13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6" name="Google Shape;1056;p13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57" name="Google Shape;1057;p13"/>
          <p:cNvGrpSpPr/>
          <p:nvPr/>
        </p:nvGrpSpPr>
        <p:grpSpPr>
          <a:xfrm>
            <a:off x="1634157" y="-107958"/>
            <a:ext cx="1520982" cy="302065"/>
            <a:chOff x="5642557" y="-150670"/>
            <a:chExt cx="1520982" cy="302065"/>
          </a:xfrm>
        </p:grpSpPr>
        <p:sp>
          <p:nvSpPr>
            <p:cNvPr id="1058" name="Google Shape;1058;p13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9" name="Google Shape;1059;p13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0" name="Google Shape;1060;p13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1" name="Google Shape;1061;p13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2" name="Google Shape;1062;p13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BLANK_3">
    <p:spTree>
      <p:nvGrpSpPr>
        <p:cNvPr id="1" name="Shape 10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4" name="Google Shape;1064;p14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1065" name="Google Shape;1065;p14"/>
            <p:cNvSpPr/>
            <p:nvPr/>
          </p:nvSpPr>
          <p:spPr>
            <a:xfrm>
              <a:off x="597550" y="4893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6" name="Google Shape;1066;p14"/>
            <p:cNvSpPr/>
            <p:nvPr/>
          </p:nvSpPr>
          <p:spPr>
            <a:xfrm>
              <a:off x="597550" y="4780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7" name="Google Shape;1067;p14"/>
            <p:cNvSpPr/>
            <p:nvPr/>
          </p:nvSpPr>
          <p:spPr>
            <a:xfrm>
              <a:off x="597550" y="46671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8" name="Google Shape;1068;p14"/>
            <p:cNvSpPr/>
            <p:nvPr/>
          </p:nvSpPr>
          <p:spPr>
            <a:xfrm>
              <a:off x="597550" y="4553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9" name="Google Shape;1069;p14"/>
            <p:cNvSpPr/>
            <p:nvPr/>
          </p:nvSpPr>
          <p:spPr>
            <a:xfrm>
              <a:off x="597550" y="4441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0" name="Google Shape;1070;p14"/>
            <p:cNvSpPr/>
            <p:nvPr/>
          </p:nvSpPr>
          <p:spPr>
            <a:xfrm>
              <a:off x="597550" y="4328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1" name="Google Shape;1071;p14"/>
            <p:cNvSpPr/>
            <p:nvPr/>
          </p:nvSpPr>
          <p:spPr>
            <a:xfrm>
              <a:off x="597550" y="42150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2" name="Google Shape;1072;p14"/>
            <p:cNvSpPr/>
            <p:nvPr/>
          </p:nvSpPr>
          <p:spPr>
            <a:xfrm>
              <a:off x="597550" y="4101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3" name="Google Shape;1073;p14"/>
            <p:cNvSpPr/>
            <p:nvPr/>
          </p:nvSpPr>
          <p:spPr>
            <a:xfrm>
              <a:off x="597550" y="3988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4" name="Google Shape;1074;p14"/>
            <p:cNvSpPr/>
            <p:nvPr/>
          </p:nvSpPr>
          <p:spPr>
            <a:xfrm>
              <a:off x="597550" y="3875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5" name="Google Shape;1075;p14"/>
            <p:cNvSpPr/>
            <p:nvPr/>
          </p:nvSpPr>
          <p:spPr>
            <a:xfrm>
              <a:off x="597550" y="3762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6" name="Google Shape;1076;p14"/>
            <p:cNvSpPr/>
            <p:nvPr/>
          </p:nvSpPr>
          <p:spPr>
            <a:xfrm>
              <a:off x="597550" y="36496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7" name="Google Shape;1077;p14"/>
            <p:cNvSpPr/>
            <p:nvPr/>
          </p:nvSpPr>
          <p:spPr>
            <a:xfrm>
              <a:off x="597550" y="35364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8" name="Google Shape;1078;p14"/>
            <p:cNvSpPr/>
            <p:nvPr/>
          </p:nvSpPr>
          <p:spPr>
            <a:xfrm>
              <a:off x="597550" y="34232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9" name="Google Shape;1079;p14"/>
            <p:cNvSpPr/>
            <p:nvPr/>
          </p:nvSpPr>
          <p:spPr>
            <a:xfrm>
              <a:off x="597550" y="33100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0" name="Google Shape;1080;p14"/>
            <p:cNvSpPr/>
            <p:nvPr/>
          </p:nvSpPr>
          <p:spPr>
            <a:xfrm>
              <a:off x="597550" y="31967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1" name="Google Shape;1081;p14"/>
            <p:cNvSpPr/>
            <p:nvPr/>
          </p:nvSpPr>
          <p:spPr>
            <a:xfrm>
              <a:off x="597550" y="30835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2" name="Google Shape;1082;p14"/>
            <p:cNvSpPr/>
            <p:nvPr/>
          </p:nvSpPr>
          <p:spPr>
            <a:xfrm>
              <a:off x="597550" y="29703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3" name="Google Shape;1083;p14"/>
            <p:cNvSpPr/>
            <p:nvPr/>
          </p:nvSpPr>
          <p:spPr>
            <a:xfrm>
              <a:off x="597550" y="28578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4" name="Google Shape;1084;p14"/>
            <p:cNvSpPr/>
            <p:nvPr/>
          </p:nvSpPr>
          <p:spPr>
            <a:xfrm>
              <a:off x="597550" y="27446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5" name="Google Shape;1085;p14"/>
            <p:cNvSpPr/>
            <p:nvPr/>
          </p:nvSpPr>
          <p:spPr>
            <a:xfrm>
              <a:off x="597550" y="263140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6" name="Google Shape;1086;p14"/>
            <p:cNvSpPr/>
            <p:nvPr/>
          </p:nvSpPr>
          <p:spPr>
            <a:xfrm>
              <a:off x="597550" y="251817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7" name="Google Shape;1087;p14"/>
            <p:cNvSpPr/>
            <p:nvPr/>
          </p:nvSpPr>
          <p:spPr>
            <a:xfrm>
              <a:off x="597550" y="24049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8" name="Google Shape;1088;p14"/>
            <p:cNvSpPr/>
            <p:nvPr/>
          </p:nvSpPr>
          <p:spPr>
            <a:xfrm>
              <a:off x="597550" y="22917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9" name="Google Shape;1089;p14"/>
            <p:cNvSpPr/>
            <p:nvPr/>
          </p:nvSpPr>
          <p:spPr>
            <a:xfrm>
              <a:off x="597550" y="21792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0" name="Google Shape;1090;p14"/>
            <p:cNvSpPr/>
            <p:nvPr/>
          </p:nvSpPr>
          <p:spPr>
            <a:xfrm>
              <a:off x="597550" y="20660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1" name="Google Shape;1091;p14"/>
            <p:cNvSpPr/>
            <p:nvPr/>
          </p:nvSpPr>
          <p:spPr>
            <a:xfrm>
              <a:off x="597550" y="19528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2" name="Google Shape;1092;p14"/>
            <p:cNvSpPr/>
            <p:nvPr/>
          </p:nvSpPr>
          <p:spPr>
            <a:xfrm>
              <a:off x="597550" y="1839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3" name="Google Shape;1093;p14"/>
            <p:cNvSpPr/>
            <p:nvPr/>
          </p:nvSpPr>
          <p:spPr>
            <a:xfrm>
              <a:off x="597550" y="1726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4" name="Google Shape;1094;p14"/>
            <p:cNvSpPr/>
            <p:nvPr/>
          </p:nvSpPr>
          <p:spPr>
            <a:xfrm>
              <a:off x="597550" y="16131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5" name="Google Shape;1095;p14"/>
            <p:cNvSpPr/>
            <p:nvPr/>
          </p:nvSpPr>
          <p:spPr>
            <a:xfrm>
              <a:off x="597550" y="1499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6" name="Google Shape;1096;p14"/>
            <p:cNvSpPr/>
            <p:nvPr/>
          </p:nvSpPr>
          <p:spPr>
            <a:xfrm>
              <a:off x="597550" y="1387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7" name="Google Shape;1097;p14"/>
            <p:cNvSpPr/>
            <p:nvPr/>
          </p:nvSpPr>
          <p:spPr>
            <a:xfrm>
              <a:off x="597550" y="1274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8" name="Google Shape;1098;p14"/>
            <p:cNvSpPr/>
            <p:nvPr/>
          </p:nvSpPr>
          <p:spPr>
            <a:xfrm>
              <a:off x="597550" y="11610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9" name="Google Shape;1099;p14"/>
            <p:cNvSpPr/>
            <p:nvPr/>
          </p:nvSpPr>
          <p:spPr>
            <a:xfrm>
              <a:off x="597550" y="1047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0" name="Google Shape;1100;p14"/>
            <p:cNvSpPr/>
            <p:nvPr/>
          </p:nvSpPr>
          <p:spPr>
            <a:xfrm>
              <a:off x="597550" y="934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1" name="Google Shape;1101;p14"/>
            <p:cNvSpPr/>
            <p:nvPr/>
          </p:nvSpPr>
          <p:spPr>
            <a:xfrm>
              <a:off x="597550" y="821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2" name="Google Shape;1102;p14"/>
            <p:cNvSpPr/>
            <p:nvPr/>
          </p:nvSpPr>
          <p:spPr>
            <a:xfrm>
              <a:off x="597550" y="708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03" name="Google Shape;1103;p14"/>
          <p:cNvSpPr txBox="1">
            <a:spLocks noGrp="1"/>
          </p:cNvSpPr>
          <p:nvPr>
            <p:ph type="title"/>
          </p:nvPr>
        </p:nvSpPr>
        <p:spPr>
          <a:xfrm>
            <a:off x="1858000" y="3253511"/>
            <a:ext cx="5428800" cy="434400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104" name="Google Shape;1104;p14"/>
          <p:cNvSpPr txBox="1">
            <a:spLocks noGrp="1"/>
          </p:cNvSpPr>
          <p:nvPr>
            <p:ph type="subTitle" idx="1"/>
          </p:nvPr>
        </p:nvSpPr>
        <p:spPr>
          <a:xfrm>
            <a:off x="2262900" y="1459638"/>
            <a:ext cx="4618200" cy="167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1105" name="Google Shape;1105;p14"/>
          <p:cNvSpPr/>
          <p:nvPr/>
        </p:nvSpPr>
        <p:spPr>
          <a:xfrm rot="-5400000" flipH="1">
            <a:off x="348818" y="4207899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06" name="Google Shape;1106;p14"/>
          <p:cNvGrpSpPr/>
          <p:nvPr/>
        </p:nvGrpSpPr>
        <p:grpSpPr>
          <a:xfrm rot="-5400000">
            <a:off x="6107446" y="30626"/>
            <a:ext cx="1823016" cy="296643"/>
            <a:chOff x="7857346" y="3902355"/>
            <a:chExt cx="1823016" cy="296643"/>
          </a:xfrm>
        </p:grpSpPr>
        <p:sp>
          <p:nvSpPr>
            <p:cNvPr id="1107" name="Google Shape;1107;p14"/>
            <p:cNvSpPr/>
            <p:nvPr/>
          </p:nvSpPr>
          <p:spPr>
            <a:xfrm>
              <a:off x="7956216" y="4048371"/>
              <a:ext cx="1724145" cy="150627"/>
            </a:xfrm>
            <a:custGeom>
              <a:avLst/>
              <a:gdLst/>
              <a:ahLst/>
              <a:cxnLst/>
              <a:rect l="l" t="t" r="r" b="b"/>
              <a:pathLst>
                <a:path w="55332" h="4834" fill="none" extrusionOk="0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8" name="Google Shape;1108;p14"/>
            <p:cNvSpPr/>
            <p:nvPr/>
          </p:nvSpPr>
          <p:spPr>
            <a:xfrm>
              <a:off x="8453686" y="390235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0" y="1488"/>
                  </a:moveTo>
                  <a:cubicBezTo>
                    <a:pt x="0" y="670"/>
                    <a:pt x="670" y="1"/>
                    <a:pt x="1488" y="1"/>
                  </a:cubicBezTo>
                  <a:cubicBezTo>
                    <a:pt x="2306" y="1"/>
                    <a:pt x="2950" y="670"/>
                    <a:pt x="2950" y="1488"/>
                  </a:cubicBezTo>
                  <a:cubicBezTo>
                    <a:pt x="2950" y="2281"/>
                    <a:pt x="2306" y="2951"/>
                    <a:pt x="1488" y="2951"/>
                  </a:cubicBezTo>
                  <a:cubicBezTo>
                    <a:pt x="670" y="2951"/>
                    <a:pt x="0" y="2281"/>
                    <a:pt x="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9" name="Google Shape;1109;p14"/>
            <p:cNvSpPr/>
            <p:nvPr/>
          </p:nvSpPr>
          <p:spPr>
            <a:xfrm>
              <a:off x="8478396" y="3927096"/>
              <a:ext cx="43281" cy="42502"/>
            </a:xfrm>
            <a:custGeom>
              <a:avLst/>
              <a:gdLst/>
              <a:ahLst/>
              <a:cxnLst/>
              <a:rect l="l" t="t" r="r" b="b"/>
              <a:pathLst>
                <a:path w="1389" h="1364" extrusionOk="0">
                  <a:moveTo>
                    <a:pt x="695" y="0"/>
                  </a:moveTo>
                  <a:cubicBezTo>
                    <a:pt x="298" y="0"/>
                    <a:pt x="1" y="298"/>
                    <a:pt x="1" y="694"/>
                  </a:cubicBezTo>
                  <a:cubicBezTo>
                    <a:pt x="1" y="1066"/>
                    <a:pt x="298" y="1363"/>
                    <a:pt x="695" y="1363"/>
                  </a:cubicBezTo>
                  <a:cubicBezTo>
                    <a:pt x="1067" y="1363"/>
                    <a:pt x="1389" y="1066"/>
                    <a:pt x="1389" y="694"/>
                  </a:cubicBezTo>
                  <a:cubicBezTo>
                    <a:pt x="1389" y="298"/>
                    <a:pt x="1067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0" name="Google Shape;1110;p14"/>
            <p:cNvSpPr/>
            <p:nvPr/>
          </p:nvSpPr>
          <p:spPr>
            <a:xfrm>
              <a:off x="7857346" y="400200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1" name="Google Shape;1111;p14"/>
            <p:cNvSpPr/>
            <p:nvPr/>
          </p:nvSpPr>
          <p:spPr>
            <a:xfrm>
              <a:off x="7882087" y="4026715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2" name="Google Shape;1112;p14"/>
            <p:cNvSpPr/>
            <p:nvPr/>
          </p:nvSpPr>
          <p:spPr>
            <a:xfrm>
              <a:off x="8545608" y="3948721"/>
              <a:ext cx="1134754" cy="175368"/>
            </a:xfrm>
            <a:custGeom>
              <a:avLst/>
              <a:gdLst/>
              <a:ahLst/>
              <a:cxnLst/>
              <a:rect l="l" t="t" r="r" b="b"/>
              <a:pathLst>
                <a:path w="36417" h="5628" fill="none" extrusionOk="0">
                  <a:moveTo>
                    <a:pt x="0" y="0"/>
                  </a:moveTo>
                  <a:lnTo>
                    <a:pt x="6049" y="0"/>
                  </a:lnTo>
                  <a:lnTo>
                    <a:pt x="8379" y="2330"/>
                  </a:lnTo>
                  <a:lnTo>
                    <a:pt x="11676" y="5627"/>
                  </a:lnTo>
                  <a:lnTo>
                    <a:pt x="36416" y="5627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13" name="Google Shape;1113;p14"/>
          <p:cNvSpPr/>
          <p:nvPr/>
        </p:nvSpPr>
        <p:spPr>
          <a:xfrm flipH="1">
            <a:off x="8088870" y="2145279"/>
            <a:ext cx="1994700" cy="6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14" name="Google Shape;1114;p14"/>
          <p:cNvGrpSpPr/>
          <p:nvPr/>
        </p:nvGrpSpPr>
        <p:grpSpPr>
          <a:xfrm>
            <a:off x="8658746" y="2958680"/>
            <a:ext cx="1823016" cy="196994"/>
            <a:chOff x="7857346" y="4002005"/>
            <a:chExt cx="1823016" cy="196994"/>
          </a:xfrm>
        </p:grpSpPr>
        <p:sp>
          <p:nvSpPr>
            <p:cNvPr id="1115" name="Google Shape;1115;p14"/>
            <p:cNvSpPr/>
            <p:nvPr/>
          </p:nvSpPr>
          <p:spPr>
            <a:xfrm>
              <a:off x="7956216" y="4048371"/>
              <a:ext cx="1724145" cy="150627"/>
            </a:xfrm>
            <a:custGeom>
              <a:avLst/>
              <a:gdLst/>
              <a:ahLst/>
              <a:cxnLst/>
              <a:rect l="l" t="t" r="r" b="b"/>
              <a:pathLst>
                <a:path w="55332" h="4834" fill="none" extrusionOk="0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6" name="Google Shape;1116;p14"/>
            <p:cNvSpPr/>
            <p:nvPr/>
          </p:nvSpPr>
          <p:spPr>
            <a:xfrm>
              <a:off x="7857346" y="400200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7" name="Google Shape;1117;p14"/>
            <p:cNvSpPr/>
            <p:nvPr/>
          </p:nvSpPr>
          <p:spPr>
            <a:xfrm>
              <a:off x="7882087" y="4026715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18" name="Google Shape;1118;p14"/>
          <p:cNvSpPr/>
          <p:nvPr/>
        </p:nvSpPr>
        <p:spPr>
          <a:xfrm rot="5400000">
            <a:off x="8206162" y="-34881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9" name="Google Shape;1119;p14"/>
          <p:cNvSpPr/>
          <p:nvPr/>
        </p:nvSpPr>
        <p:spPr>
          <a:xfrm>
            <a:off x="16995" y="8506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20" name="Google Shape;1120;p14"/>
          <p:cNvGrpSpPr/>
          <p:nvPr/>
        </p:nvGrpSpPr>
        <p:grpSpPr>
          <a:xfrm rot="-5400000">
            <a:off x="338683" y="-295650"/>
            <a:ext cx="302065" cy="1520982"/>
            <a:chOff x="-108754" y="2690919"/>
            <a:chExt cx="302065" cy="1520982"/>
          </a:xfrm>
        </p:grpSpPr>
        <p:sp>
          <p:nvSpPr>
            <p:cNvPr id="1121" name="Google Shape;1121;p14"/>
            <p:cNvSpPr/>
            <p:nvPr/>
          </p:nvSpPr>
          <p:spPr>
            <a:xfrm>
              <a:off x="-62388" y="2782841"/>
              <a:ext cx="209364" cy="1335580"/>
            </a:xfrm>
            <a:custGeom>
              <a:avLst/>
              <a:gdLst/>
              <a:ahLst/>
              <a:cxnLst/>
              <a:rect l="l" t="t" r="r" b="b"/>
              <a:pathLst>
                <a:path w="6719" h="42862" fill="none" extrusionOk="0">
                  <a:moveTo>
                    <a:pt x="0" y="42862"/>
                  </a:moveTo>
                  <a:lnTo>
                    <a:pt x="0" y="23799"/>
                  </a:lnTo>
                  <a:lnTo>
                    <a:pt x="6718" y="17056"/>
                  </a:lnTo>
                  <a:lnTo>
                    <a:pt x="6718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2" name="Google Shape;1122;p14"/>
            <p:cNvSpPr/>
            <p:nvPr/>
          </p:nvSpPr>
          <p:spPr>
            <a:xfrm>
              <a:off x="101358" y="2690919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1"/>
                  </a:moveTo>
                  <a:cubicBezTo>
                    <a:pt x="2281" y="1"/>
                    <a:pt x="2951" y="645"/>
                    <a:pt x="2951" y="1463"/>
                  </a:cubicBezTo>
                  <a:cubicBezTo>
                    <a:pt x="2951" y="2281"/>
                    <a:pt x="2281" y="2951"/>
                    <a:pt x="1463" y="2951"/>
                  </a:cubicBezTo>
                  <a:cubicBezTo>
                    <a:pt x="645" y="2951"/>
                    <a:pt x="1" y="2281"/>
                    <a:pt x="1" y="1463"/>
                  </a:cubicBezTo>
                  <a:cubicBezTo>
                    <a:pt x="1" y="645"/>
                    <a:pt x="645" y="1"/>
                    <a:pt x="1463" y="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3" name="Google Shape;1123;p14"/>
            <p:cNvSpPr/>
            <p:nvPr/>
          </p:nvSpPr>
          <p:spPr>
            <a:xfrm>
              <a:off x="125320" y="2714881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4" y="0"/>
                  </a:moveTo>
                  <a:cubicBezTo>
                    <a:pt x="322" y="0"/>
                    <a:pt x="0" y="322"/>
                    <a:pt x="0" y="694"/>
                  </a:cubicBezTo>
                  <a:cubicBezTo>
                    <a:pt x="0" y="1091"/>
                    <a:pt x="322" y="1388"/>
                    <a:pt x="694" y="1388"/>
                  </a:cubicBezTo>
                  <a:cubicBezTo>
                    <a:pt x="1091" y="1388"/>
                    <a:pt x="1388" y="1091"/>
                    <a:pt x="1388" y="694"/>
                  </a:cubicBezTo>
                  <a:cubicBezTo>
                    <a:pt x="1388" y="322"/>
                    <a:pt x="1091" y="0"/>
                    <a:pt x="69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4" name="Google Shape;1124;p14"/>
            <p:cNvSpPr/>
            <p:nvPr/>
          </p:nvSpPr>
          <p:spPr>
            <a:xfrm>
              <a:off x="-108754" y="4119948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88" y="0"/>
                  </a:moveTo>
                  <a:cubicBezTo>
                    <a:pt x="2306" y="0"/>
                    <a:pt x="2951" y="670"/>
                    <a:pt x="2951" y="1463"/>
                  </a:cubicBezTo>
                  <a:cubicBezTo>
                    <a:pt x="2951" y="2281"/>
                    <a:pt x="2306" y="2950"/>
                    <a:pt x="1488" y="2950"/>
                  </a:cubicBezTo>
                  <a:cubicBezTo>
                    <a:pt x="670" y="2950"/>
                    <a:pt x="1" y="2281"/>
                    <a:pt x="1" y="1463"/>
                  </a:cubicBezTo>
                  <a:cubicBezTo>
                    <a:pt x="1" y="670"/>
                    <a:pt x="670" y="0"/>
                    <a:pt x="1488" y="0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5" name="Google Shape;1125;p14"/>
            <p:cNvSpPr/>
            <p:nvPr/>
          </p:nvSpPr>
          <p:spPr>
            <a:xfrm>
              <a:off x="-84013" y="4144658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26" name="Google Shape;1126;p14"/>
          <p:cNvGrpSpPr/>
          <p:nvPr/>
        </p:nvGrpSpPr>
        <p:grpSpPr>
          <a:xfrm>
            <a:off x="4296532" y="4950349"/>
            <a:ext cx="1520982" cy="302065"/>
            <a:chOff x="5642557" y="-150670"/>
            <a:chExt cx="1520982" cy="302065"/>
          </a:xfrm>
        </p:grpSpPr>
        <p:sp>
          <p:nvSpPr>
            <p:cNvPr id="1127" name="Google Shape;1127;p14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8" name="Google Shape;1128;p14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9" name="Google Shape;1129;p14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0" name="Google Shape;1130;p14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1" name="Google Shape;1131;p14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32" name="Google Shape;1132;p14"/>
          <p:cNvGrpSpPr/>
          <p:nvPr/>
        </p:nvGrpSpPr>
        <p:grpSpPr>
          <a:xfrm rot="5400000">
            <a:off x="6750925" y="4175162"/>
            <a:ext cx="98902" cy="553090"/>
            <a:chOff x="4898850" y="4820550"/>
            <a:chExt cx="98902" cy="553090"/>
          </a:xfrm>
        </p:grpSpPr>
        <p:sp>
          <p:nvSpPr>
            <p:cNvPr id="1133" name="Google Shape;1133;p14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4" name="Google Shape;1134;p14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5" name="Google Shape;1135;p14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6" name="Google Shape;1136;p14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7" name="Google Shape;1137;p14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38" name="Google Shape;1138;p14"/>
          <p:cNvGrpSpPr/>
          <p:nvPr/>
        </p:nvGrpSpPr>
        <p:grpSpPr>
          <a:xfrm>
            <a:off x="-1414555" y="3744529"/>
            <a:ext cx="2297800" cy="347400"/>
            <a:chOff x="-1414555" y="3744529"/>
            <a:chExt cx="2297800" cy="347400"/>
          </a:xfrm>
        </p:grpSpPr>
        <p:sp>
          <p:nvSpPr>
            <p:cNvPr id="1139" name="Google Shape;1139;p14"/>
            <p:cNvSpPr/>
            <p:nvPr/>
          </p:nvSpPr>
          <p:spPr>
            <a:xfrm>
              <a:off x="-1414555" y="4023829"/>
              <a:ext cx="1994700" cy="6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0" name="Google Shape;1140;p14"/>
            <p:cNvSpPr/>
            <p:nvPr/>
          </p:nvSpPr>
          <p:spPr>
            <a:xfrm>
              <a:off x="-1111455" y="3744529"/>
              <a:ext cx="1994700" cy="6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41" name="Google Shape;1141;p14"/>
          <p:cNvGrpSpPr/>
          <p:nvPr/>
        </p:nvGrpSpPr>
        <p:grpSpPr>
          <a:xfrm rot="10800000">
            <a:off x="-155261" y="2431003"/>
            <a:ext cx="883262" cy="242091"/>
            <a:chOff x="2300350" y="2601250"/>
            <a:chExt cx="2275275" cy="623625"/>
          </a:xfrm>
        </p:grpSpPr>
        <p:sp>
          <p:nvSpPr>
            <p:cNvPr id="1142" name="Google Shape;1142;p14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3" name="Google Shape;1143;p14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4" name="Google Shape;1144;p14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5" name="Google Shape;1145;p14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6" name="Google Shape;1146;p14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7" name="Google Shape;1147;p14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1">
  <p:cSld name="BLANK_4">
    <p:spTree>
      <p:nvGrpSpPr>
        <p:cNvPr id="1" name="Shape 1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49" name="Google Shape;1149;p15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1150" name="Google Shape;1150;p15"/>
            <p:cNvSpPr/>
            <p:nvPr/>
          </p:nvSpPr>
          <p:spPr>
            <a:xfrm>
              <a:off x="597550" y="4893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1" name="Google Shape;1151;p15"/>
            <p:cNvSpPr/>
            <p:nvPr/>
          </p:nvSpPr>
          <p:spPr>
            <a:xfrm>
              <a:off x="597550" y="4780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2" name="Google Shape;1152;p15"/>
            <p:cNvSpPr/>
            <p:nvPr/>
          </p:nvSpPr>
          <p:spPr>
            <a:xfrm>
              <a:off x="597550" y="46671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3" name="Google Shape;1153;p15"/>
            <p:cNvSpPr/>
            <p:nvPr/>
          </p:nvSpPr>
          <p:spPr>
            <a:xfrm>
              <a:off x="597550" y="4553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4" name="Google Shape;1154;p15"/>
            <p:cNvSpPr/>
            <p:nvPr/>
          </p:nvSpPr>
          <p:spPr>
            <a:xfrm>
              <a:off x="597550" y="4441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5" name="Google Shape;1155;p15"/>
            <p:cNvSpPr/>
            <p:nvPr/>
          </p:nvSpPr>
          <p:spPr>
            <a:xfrm>
              <a:off x="597550" y="4328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6" name="Google Shape;1156;p15"/>
            <p:cNvSpPr/>
            <p:nvPr/>
          </p:nvSpPr>
          <p:spPr>
            <a:xfrm>
              <a:off x="597550" y="42150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7" name="Google Shape;1157;p15"/>
            <p:cNvSpPr/>
            <p:nvPr/>
          </p:nvSpPr>
          <p:spPr>
            <a:xfrm>
              <a:off x="597550" y="4101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8" name="Google Shape;1158;p15"/>
            <p:cNvSpPr/>
            <p:nvPr/>
          </p:nvSpPr>
          <p:spPr>
            <a:xfrm>
              <a:off x="597550" y="3988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9" name="Google Shape;1159;p15"/>
            <p:cNvSpPr/>
            <p:nvPr/>
          </p:nvSpPr>
          <p:spPr>
            <a:xfrm>
              <a:off x="597550" y="3875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0" name="Google Shape;1160;p15"/>
            <p:cNvSpPr/>
            <p:nvPr/>
          </p:nvSpPr>
          <p:spPr>
            <a:xfrm>
              <a:off x="597550" y="3762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1" name="Google Shape;1161;p15"/>
            <p:cNvSpPr/>
            <p:nvPr/>
          </p:nvSpPr>
          <p:spPr>
            <a:xfrm>
              <a:off x="597550" y="36496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2" name="Google Shape;1162;p15"/>
            <p:cNvSpPr/>
            <p:nvPr/>
          </p:nvSpPr>
          <p:spPr>
            <a:xfrm>
              <a:off x="597550" y="35364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3" name="Google Shape;1163;p15"/>
            <p:cNvSpPr/>
            <p:nvPr/>
          </p:nvSpPr>
          <p:spPr>
            <a:xfrm>
              <a:off x="597550" y="34232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4" name="Google Shape;1164;p15"/>
            <p:cNvSpPr/>
            <p:nvPr/>
          </p:nvSpPr>
          <p:spPr>
            <a:xfrm>
              <a:off x="597550" y="33100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5" name="Google Shape;1165;p15"/>
            <p:cNvSpPr/>
            <p:nvPr/>
          </p:nvSpPr>
          <p:spPr>
            <a:xfrm>
              <a:off x="597550" y="31967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6" name="Google Shape;1166;p15"/>
            <p:cNvSpPr/>
            <p:nvPr/>
          </p:nvSpPr>
          <p:spPr>
            <a:xfrm>
              <a:off x="597550" y="30835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7" name="Google Shape;1167;p15"/>
            <p:cNvSpPr/>
            <p:nvPr/>
          </p:nvSpPr>
          <p:spPr>
            <a:xfrm>
              <a:off x="597550" y="29703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8" name="Google Shape;1168;p15"/>
            <p:cNvSpPr/>
            <p:nvPr/>
          </p:nvSpPr>
          <p:spPr>
            <a:xfrm>
              <a:off x="597550" y="28578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9" name="Google Shape;1169;p15"/>
            <p:cNvSpPr/>
            <p:nvPr/>
          </p:nvSpPr>
          <p:spPr>
            <a:xfrm>
              <a:off x="597550" y="27446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0" name="Google Shape;1170;p15"/>
            <p:cNvSpPr/>
            <p:nvPr/>
          </p:nvSpPr>
          <p:spPr>
            <a:xfrm>
              <a:off x="597550" y="263140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1" name="Google Shape;1171;p15"/>
            <p:cNvSpPr/>
            <p:nvPr/>
          </p:nvSpPr>
          <p:spPr>
            <a:xfrm>
              <a:off x="597550" y="251817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2" name="Google Shape;1172;p15"/>
            <p:cNvSpPr/>
            <p:nvPr/>
          </p:nvSpPr>
          <p:spPr>
            <a:xfrm>
              <a:off x="597550" y="24049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3" name="Google Shape;1173;p15"/>
            <p:cNvSpPr/>
            <p:nvPr/>
          </p:nvSpPr>
          <p:spPr>
            <a:xfrm>
              <a:off x="597550" y="22917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4" name="Google Shape;1174;p15"/>
            <p:cNvSpPr/>
            <p:nvPr/>
          </p:nvSpPr>
          <p:spPr>
            <a:xfrm>
              <a:off x="597550" y="21792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5" name="Google Shape;1175;p15"/>
            <p:cNvSpPr/>
            <p:nvPr/>
          </p:nvSpPr>
          <p:spPr>
            <a:xfrm>
              <a:off x="597550" y="20660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6" name="Google Shape;1176;p15"/>
            <p:cNvSpPr/>
            <p:nvPr/>
          </p:nvSpPr>
          <p:spPr>
            <a:xfrm>
              <a:off x="597550" y="19528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7" name="Google Shape;1177;p15"/>
            <p:cNvSpPr/>
            <p:nvPr/>
          </p:nvSpPr>
          <p:spPr>
            <a:xfrm>
              <a:off x="597550" y="1839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8" name="Google Shape;1178;p15"/>
            <p:cNvSpPr/>
            <p:nvPr/>
          </p:nvSpPr>
          <p:spPr>
            <a:xfrm>
              <a:off x="597550" y="1726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9" name="Google Shape;1179;p15"/>
            <p:cNvSpPr/>
            <p:nvPr/>
          </p:nvSpPr>
          <p:spPr>
            <a:xfrm>
              <a:off x="597550" y="16131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0" name="Google Shape;1180;p15"/>
            <p:cNvSpPr/>
            <p:nvPr/>
          </p:nvSpPr>
          <p:spPr>
            <a:xfrm>
              <a:off x="597550" y="1499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1" name="Google Shape;1181;p15"/>
            <p:cNvSpPr/>
            <p:nvPr/>
          </p:nvSpPr>
          <p:spPr>
            <a:xfrm>
              <a:off x="597550" y="1387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2" name="Google Shape;1182;p15"/>
            <p:cNvSpPr/>
            <p:nvPr/>
          </p:nvSpPr>
          <p:spPr>
            <a:xfrm>
              <a:off x="597550" y="1274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3" name="Google Shape;1183;p15"/>
            <p:cNvSpPr/>
            <p:nvPr/>
          </p:nvSpPr>
          <p:spPr>
            <a:xfrm>
              <a:off x="597550" y="11610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4" name="Google Shape;1184;p15"/>
            <p:cNvSpPr/>
            <p:nvPr/>
          </p:nvSpPr>
          <p:spPr>
            <a:xfrm>
              <a:off x="597550" y="1047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5" name="Google Shape;1185;p15"/>
            <p:cNvSpPr/>
            <p:nvPr/>
          </p:nvSpPr>
          <p:spPr>
            <a:xfrm>
              <a:off x="597550" y="934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6" name="Google Shape;1186;p15"/>
            <p:cNvSpPr/>
            <p:nvPr/>
          </p:nvSpPr>
          <p:spPr>
            <a:xfrm>
              <a:off x="597550" y="821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7" name="Google Shape;1187;p15"/>
            <p:cNvSpPr/>
            <p:nvPr/>
          </p:nvSpPr>
          <p:spPr>
            <a:xfrm>
              <a:off x="597550" y="708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88" name="Google Shape;1188;p15"/>
          <p:cNvSpPr txBox="1">
            <a:spLocks noGrp="1"/>
          </p:cNvSpPr>
          <p:nvPr>
            <p:ph type="title"/>
          </p:nvPr>
        </p:nvSpPr>
        <p:spPr>
          <a:xfrm>
            <a:off x="864525" y="2215425"/>
            <a:ext cx="6772200" cy="813600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3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189" name="Google Shape;1189;p15"/>
          <p:cNvSpPr txBox="1">
            <a:spLocks noGrp="1"/>
          </p:cNvSpPr>
          <p:nvPr>
            <p:ph type="subTitle" idx="1"/>
          </p:nvPr>
        </p:nvSpPr>
        <p:spPr>
          <a:xfrm>
            <a:off x="864525" y="3045400"/>
            <a:ext cx="6646200" cy="70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190" name="Google Shape;1190;p15"/>
          <p:cNvSpPr txBox="1">
            <a:spLocks noGrp="1"/>
          </p:cNvSpPr>
          <p:nvPr>
            <p:ph type="title" idx="2" hasCustomPrompt="1"/>
          </p:nvPr>
        </p:nvSpPr>
        <p:spPr>
          <a:xfrm>
            <a:off x="864525" y="910725"/>
            <a:ext cx="2130300" cy="1304700"/>
          </a:xfrm>
          <a:prstGeom prst="rect">
            <a:avLst/>
          </a:prstGeom>
          <a:effectLst>
            <a:outerShdw blurRad="57150" algn="bl" rotWithShape="0">
              <a:schemeClr val="accent2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0"/>
              <a:buNone/>
              <a:defRPr sz="80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0"/>
              <a:buNone/>
              <a:defRPr sz="8000">
                <a:solidFill>
                  <a:schemeClr val="accent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0"/>
              <a:buNone/>
              <a:defRPr sz="8000">
                <a:solidFill>
                  <a:schemeClr val="accent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0"/>
              <a:buNone/>
              <a:defRPr sz="8000">
                <a:solidFill>
                  <a:schemeClr val="accent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0"/>
              <a:buNone/>
              <a:defRPr sz="8000">
                <a:solidFill>
                  <a:schemeClr val="accent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0"/>
              <a:buNone/>
              <a:defRPr sz="8000">
                <a:solidFill>
                  <a:schemeClr val="accent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0"/>
              <a:buNone/>
              <a:defRPr sz="8000">
                <a:solidFill>
                  <a:schemeClr val="accent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0"/>
              <a:buNone/>
              <a:defRPr sz="8000">
                <a:solidFill>
                  <a:schemeClr val="accent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0"/>
              <a:buNone/>
              <a:defRPr sz="8000">
                <a:solidFill>
                  <a:schemeClr val="accent2"/>
                </a:solidFill>
              </a:defRPr>
            </a:lvl9pPr>
          </a:lstStyle>
          <a:p>
            <a:r>
              <a:t>xx%</a:t>
            </a:r>
          </a:p>
        </p:txBody>
      </p:sp>
      <p:grpSp>
        <p:nvGrpSpPr>
          <p:cNvPr id="1191" name="Google Shape;1191;p15"/>
          <p:cNvGrpSpPr/>
          <p:nvPr/>
        </p:nvGrpSpPr>
        <p:grpSpPr>
          <a:xfrm rot="5400000">
            <a:off x="-32670" y="1621025"/>
            <a:ext cx="98902" cy="553090"/>
            <a:chOff x="4898850" y="4820550"/>
            <a:chExt cx="98902" cy="553090"/>
          </a:xfrm>
        </p:grpSpPr>
        <p:sp>
          <p:nvSpPr>
            <p:cNvPr id="1192" name="Google Shape;1192;p15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3" name="Google Shape;1193;p15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4" name="Google Shape;1194;p15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5" name="Google Shape;1195;p15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6" name="Google Shape;1196;p15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97" name="Google Shape;1197;p15"/>
          <p:cNvSpPr/>
          <p:nvPr/>
        </p:nvSpPr>
        <p:spPr>
          <a:xfrm rot="-5400000">
            <a:off x="348818" y="3906123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8" name="Google Shape;1198;p15"/>
          <p:cNvSpPr/>
          <p:nvPr/>
        </p:nvSpPr>
        <p:spPr>
          <a:xfrm rot="5400000">
            <a:off x="-562205" y="-339596"/>
            <a:ext cx="1994700" cy="6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9" name="Google Shape;1199;p15"/>
          <p:cNvSpPr/>
          <p:nvPr/>
        </p:nvSpPr>
        <p:spPr>
          <a:xfrm rot="5400000">
            <a:off x="-282905" y="-36496"/>
            <a:ext cx="1994700" cy="6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0" name="Google Shape;1200;p15"/>
          <p:cNvSpPr/>
          <p:nvPr/>
        </p:nvSpPr>
        <p:spPr>
          <a:xfrm rot="10800000" flipH="1">
            <a:off x="2891470" y="4842229"/>
            <a:ext cx="1994700" cy="6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1" name="Google Shape;1201;p15"/>
          <p:cNvSpPr/>
          <p:nvPr/>
        </p:nvSpPr>
        <p:spPr>
          <a:xfrm>
            <a:off x="8535575" y="-1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202" name="Google Shape;1202;p15"/>
          <p:cNvGrpSpPr/>
          <p:nvPr/>
        </p:nvGrpSpPr>
        <p:grpSpPr>
          <a:xfrm flipH="1">
            <a:off x="7898009" y="350736"/>
            <a:ext cx="1520982" cy="302065"/>
            <a:chOff x="5642557" y="-150670"/>
            <a:chExt cx="1520982" cy="302065"/>
          </a:xfrm>
        </p:grpSpPr>
        <p:sp>
          <p:nvSpPr>
            <p:cNvPr id="1203" name="Google Shape;1203;p15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4" name="Google Shape;1204;p15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5" name="Google Shape;1205;p15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6" name="Google Shape;1206;p15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7" name="Google Shape;1207;p15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08" name="Google Shape;1208;p15"/>
          <p:cNvGrpSpPr/>
          <p:nvPr/>
        </p:nvGrpSpPr>
        <p:grpSpPr>
          <a:xfrm rot="5400000">
            <a:off x="109552" y="1954025"/>
            <a:ext cx="98902" cy="553090"/>
            <a:chOff x="4898850" y="4820550"/>
            <a:chExt cx="98902" cy="553090"/>
          </a:xfrm>
        </p:grpSpPr>
        <p:sp>
          <p:nvSpPr>
            <p:cNvPr id="1209" name="Google Shape;1209;p15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0" name="Google Shape;1210;p15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1" name="Google Shape;1211;p15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2" name="Google Shape;1212;p15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3" name="Google Shape;1213;p15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14" name="Google Shape;1214;p15"/>
          <p:cNvGrpSpPr/>
          <p:nvPr/>
        </p:nvGrpSpPr>
        <p:grpSpPr>
          <a:xfrm>
            <a:off x="4682157" y="-107958"/>
            <a:ext cx="1520982" cy="302065"/>
            <a:chOff x="5642557" y="-150670"/>
            <a:chExt cx="1520982" cy="302065"/>
          </a:xfrm>
        </p:grpSpPr>
        <p:sp>
          <p:nvSpPr>
            <p:cNvPr id="1215" name="Google Shape;1215;p15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6" name="Google Shape;1216;p15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7" name="Google Shape;1217;p15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8" name="Google Shape;1218;p15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9" name="Google Shape;1219;p15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20" name="Google Shape;1220;p15"/>
          <p:cNvGrpSpPr/>
          <p:nvPr/>
        </p:nvGrpSpPr>
        <p:grpSpPr>
          <a:xfrm>
            <a:off x="7881845" y="4336579"/>
            <a:ext cx="2297800" cy="347400"/>
            <a:chOff x="7881845" y="4031779"/>
            <a:chExt cx="2297800" cy="347400"/>
          </a:xfrm>
        </p:grpSpPr>
        <p:sp>
          <p:nvSpPr>
            <p:cNvPr id="1221" name="Google Shape;1221;p15"/>
            <p:cNvSpPr/>
            <p:nvPr/>
          </p:nvSpPr>
          <p:spPr>
            <a:xfrm flipH="1">
              <a:off x="8184945" y="4311079"/>
              <a:ext cx="1994700" cy="6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2" name="Google Shape;1222;p15"/>
            <p:cNvSpPr/>
            <p:nvPr/>
          </p:nvSpPr>
          <p:spPr>
            <a:xfrm flipH="1">
              <a:off x="7881845" y="4031779"/>
              <a:ext cx="1994700" cy="6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2">
  <p:cSld name="BLANK_8">
    <p:spTree>
      <p:nvGrpSpPr>
        <p:cNvPr id="1" name="Shape 1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24" name="Google Shape;1224;p16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1225" name="Google Shape;1225;p16"/>
            <p:cNvSpPr/>
            <p:nvPr/>
          </p:nvSpPr>
          <p:spPr>
            <a:xfrm>
              <a:off x="597550" y="4893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6" name="Google Shape;1226;p16"/>
            <p:cNvSpPr/>
            <p:nvPr/>
          </p:nvSpPr>
          <p:spPr>
            <a:xfrm>
              <a:off x="597550" y="4780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7" name="Google Shape;1227;p16"/>
            <p:cNvSpPr/>
            <p:nvPr/>
          </p:nvSpPr>
          <p:spPr>
            <a:xfrm>
              <a:off x="597550" y="46671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8" name="Google Shape;1228;p16"/>
            <p:cNvSpPr/>
            <p:nvPr/>
          </p:nvSpPr>
          <p:spPr>
            <a:xfrm>
              <a:off x="597550" y="4553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9" name="Google Shape;1229;p16"/>
            <p:cNvSpPr/>
            <p:nvPr/>
          </p:nvSpPr>
          <p:spPr>
            <a:xfrm>
              <a:off x="597550" y="4441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0" name="Google Shape;1230;p16"/>
            <p:cNvSpPr/>
            <p:nvPr/>
          </p:nvSpPr>
          <p:spPr>
            <a:xfrm>
              <a:off x="597550" y="4328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1" name="Google Shape;1231;p16"/>
            <p:cNvSpPr/>
            <p:nvPr/>
          </p:nvSpPr>
          <p:spPr>
            <a:xfrm>
              <a:off x="597550" y="42150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2" name="Google Shape;1232;p16"/>
            <p:cNvSpPr/>
            <p:nvPr/>
          </p:nvSpPr>
          <p:spPr>
            <a:xfrm>
              <a:off x="597550" y="4101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3" name="Google Shape;1233;p16"/>
            <p:cNvSpPr/>
            <p:nvPr/>
          </p:nvSpPr>
          <p:spPr>
            <a:xfrm>
              <a:off x="597550" y="3988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4" name="Google Shape;1234;p16"/>
            <p:cNvSpPr/>
            <p:nvPr/>
          </p:nvSpPr>
          <p:spPr>
            <a:xfrm>
              <a:off x="597550" y="3875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5" name="Google Shape;1235;p16"/>
            <p:cNvSpPr/>
            <p:nvPr/>
          </p:nvSpPr>
          <p:spPr>
            <a:xfrm>
              <a:off x="597550" y="3762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6" name="Google Shape;1236;p16"/>
            <p:cNvSpPr/>
            <p:nvPr/>
          </p:nvSpPr>
          <p:spPr>
            <a:xfrm>
              <a:off x="597550" y="36496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7" name="Google Shape;1237;p16"/>
            <p:cNvSpPr/>
            <p:nvPr/>
          </p:nvSpPr>
          <p:spPr>
            <a:xfrm>
              <a:off x="597550" y="35364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8" name="Google Shape;1238;p16"/>
            <p:cNvSpPr/>
            <p:nvPr/>
          </p:nvSpPr>
          <p:spPr>
            <a:xfrm>
              <a:off x="597550" y="34232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9" name="Google Shape;1239;p16"/>
            <p:cNvSpPr/>
            <p:nvPr/>
          </p:nvSpPr>
          <p:spPr>
            <a:xfrm>
              <a:off x="597550" y="33100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0" name="Google Shape;1240;p16"/>
            <p:cNvSpPr/>
            <p:nvPr/>
          </p:nvSpPr>
          <p:spPr>
            <a:xfrm>
              <a:off x="597550" y="31967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1" name="Google Shape;1241;p16"/>
            <p:cNvSpPr/>
            <p:nvPr/>
          </p:nvSpPr>
          <p:spPr>
            <a:xfrm>
              <a:off x="597550" y="30835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2" name="Google Shape;1242;p16"/>
            <p:cNvSpPr/>
            <p:nvPr/>
          </p:nvSpPr>
          <p:spPr>
            <a:xfrm>
              <a:off x="597550" y="29703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3" name="Google Shape;1243;p16"/>
            <p:cNvSpPr/>
            <p:nvPr/>
          </p:nvSpPr>
          <p:spPr>
            <a:xfrm>
              <a:off x="597550" y="28578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4" name="Google Shape;1244;p16"/>
            <p:cNvSpPr/>
            <p:nvPr/>
          </p:nvSpPr>
          <p:spPr>
            <a:xfrm>
              <a:off x="597550" y="27446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5" name="Google Shape;1245;p16"/>
            <p:cNvSpPr/>
            <p:nvPr/>
          </p:nvSpPr>
          <p:spPr>
            <a:xfrm>
              <a:off x="597550" y="263140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6" name="Google Shape;1246;p16"/>
            <p:cNvSpPr/>
            <p:nvPr/>
          </p:nvSpPr>
          <p:spPr>
            <a:xfrm>
              <a:off x="597550" y="251817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7" name="Google Shape;1247;p16"/>
            <p:cNvSpPr/>
            <p:nvPr/>
          </p:nvSpPr>
          <p:spPr>
            <a:xfrm>
              <a:off x="597550" y="24049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8" name="Google Shape;1248;p16"/>
            <p:cNvSpPr/>
            <p:nvPr/>
          </p:nvSpPr>
          <p:spPr>
            <a:xfrm>
              <a:off x="597550" y="22917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9" name="Google Shape;1249;p16"/>
            <p:cNvSpPr/>
            <p:nvPr/>
          </p:nvSpPr>
          <p:spPr>
            <a:xfrm>
              <a:off x="597550" y="21792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0" name="Google Shape;1250;p16"/>
            <p:cNvSpPr/>
            <p:nvPr/>
          </p:nvSpPr>
          <p:spPr>
            <a:xfrm>
              <a:off x="597550" y="20660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1" name="Google Shape;1251;p16"/>
            <p:cNvSpPr/>
            <p:nvPr/>
          </p:nvSpPr>
          <p:spPr>
            <a:xfrm>
              <a:off x="597550" y="19528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2" name="Google Shape;1252;p16"/>
            <p:cNvSpPr/>
            <p:nvPr/>
          </p:nvSpPr>
          <p:spPr>
            <a:xfrm>
              <a:off x="597550" y="1839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3" name="Google Shape;1253;p16"/>
            <p:cNvSpPr/>
            <p:nvPr/>
          </p:nvSpPr>
          <p:spPr>
            <a:xfrm>
              <a:off x="597550" y="1726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4" name="Google Shape;1254;p16"/>
            <p:cNvSpPr/>
            <p:nvPr/>
          </p:nvSpPr>
          <p:spPr>
            <a:xfrm>
              <a:off x="597550" y="16131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5" name="Google Shape;1255;p16"/>
            <p:cNvSpPr/>
            <p:nvPr/>
          </p:nvSpPr>
          <p:spPr>
            <a:xfrm>
              <a:off x="597550" y="1499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6" name="Google Shape;1256;p16"/>
            <p:cNvSpPr/>
            <p:nvPr/>
          </p:nvSpPr>
          <p:spPr>
            <a:xfrm>
              <a:off x="597550" y="1387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7" name="Google Shape;1257;p16"/>
            <p:cNvSpPr/>
            <p:nvPr/>
          </p:nvSpPr>
          <p:spPr>
            <a:xfrm>
              <a:off x="597550" y="1274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8" name="Google Shape;1258;p16"/>
            <p:cNvSpPr/>
            <p:nvPr/>
          </p:nvSpPr>
          <p:spPr>
            <a:xfrm>
              <a:off x="597550" y="11610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9" name="Google Shape;1259;p16"/>
            <p:cNvSpPr/>
            <p:nvPr/>
          </p:nvSpPr>
          <p:spPr>
            <a:xfrm>
              <a:off x="597550" y="1047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0" name="Google Shape;1260;p16"/>
            <p:cNvSpPr/>
            <p:nvPr/>
          </p:nvSpPr>
          <p:spPr>
            <a:xfrm>
              <a:off x="597550" y="934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1" name="Google Shape;1261;p16"/>
            <p:cNvSpPr/>
            <p:nvPr/>
          </p:nvSpPr>
          <p:spPr>
            <a:xfrm>
              <a:off x="597550" y="821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2" name="Google Shape;1262;p16"/>
            <p:cNvSpPr/>
            <p:nvPr/>
          </p:nvSpPr>
          <p:spPr>
            <a:xfrm>
              <a:off x="597550" y="708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63" name="Google Shape;1263;p16"/>
          <p:cNvSpPr txBox="1">
            <a:spLocks noGrp="1"/>
          </p:cNvSpPr>
          <p:nvPr>
            <p:ph type="title"/>
          </p:nvPr>
        </p:nvSpPr>
        <p:spPr>
          <a:xfrm>
            <a:off x="713100" y="2310138"/>
            <a:ext cx="7583400" cy="841800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 sz="3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264" name="Google Shape;1264;p16"/>
          <p:cNvSpPr txBox="1">
            <a:spLocks noGrp="1"/>
          </p:cNvSpPr>
          <p:nvPr>
            <p:ph type="subTitle" idx="1"/>
          </p:nvPr>
        </p:nvSpPr>
        <p:spPr>
          <a:xfrm>
            <a:off x="3567000" y="3208800"/>
            <a:ext cx="4729500" cy="733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265" name="Google Shape;1265;p16"/>
          <p:cNvSpPr txBox="1">
            <a:spLocks noGrp="1"/>
          </p:cNvSpPr>
          <p:nvPr>
            <p:ph type="title" idx="2" hasCustomPrompt="1"/>
          </p:nvPr>
        </p:nvSpPr>
        <p:spPr>
          <a:xfrm>
            <a:off x="5961000" y="1332575"/>
            <a:ext cx="2335500" cy="920700"/>
          </a:xfrm>
          <a:prstGeom prst="rect">
            <a:avLst/>
          </a:prstGeom>
          <a:effectLst>
            <a:outerShdw blurRad="57150" algn="bl" rotWithShape="0">
              <a:schemeClr val="accent2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0"/>
              <a:buNone/>
              <a:defRPr sz="80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0"/>
              <a:buNone/>
              <a:defRPr sz="8000">
                <a:solidFill>
                  <a:schemeClr val="accent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0"/>
              <a:buNone/>
              <a:defRPr sz="8000">
                <a:solidFill>
                  <a:schemeClr val="accent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0"/>
              <a:buNone/>
              <a:defRPr sz="8000">
                <a:solidFill>
                  <a:schemeClr val="accent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0"/>
              <a:buNone/>
              <a:defRPr sz="8000">
                <a:solidFill>
                  <a:schemeClr val="accent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0"/>
              <a:buNone/>
              <a:defRPr sz="8000">
                <a:solidFill>
                  <a:schemeClr val="accent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0"/>
              <a:buNone/>
              <a:defRPr sz="8000">
                <a:solidFill>
                  <a:schemeClr val="accent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0"/>
              <a:buNone/>
              <a:defRPr sz="8000">
                <a:solidFill>
                  <a:schemeClr val="accent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0"/>
              <a:buNone/>
              <a:defRPr sz="8000">
                <a:solidFill>
                  <a:schemeClr val="accen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66" name="Google Shape;1266;p16"/>
          <p:cNvSpPr/>
          <p:nvPr/>
        </p:nvSpPr>
        <p:spPr>
          <a:xfrm rot="5400000">
            <a:off x="8206161" y="4187300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7" name="Google Shape;1267;p16"/>
          <p:cNvSpPr/>
          <p:nvPr/>
        </p:nvSpPr>
        <p:spPr>
          <a:xfrm rot="-5400000">
            <a:off x="348812" y="41040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268" name="Google Shape;1268;p16"/>
          <p:cNvGrpSpPr/>
          <p:nvPr/>
        </p:nvGrpSpPr>
        <p:grpSpPr>
          <a:xfrm rot="10800000">
            <a:off x="-11" y="931578"/>
            <a:ext cx="883262" cy="242091"/>
            <a:chOff x="2300350" y="2601250"/>
            <a:chExt cx="2275275" cy="623625"/>
          </a:xfrm>
        </p:grpSpPr>
        <p:sp>
          <p:nvSpPr>
            <p:cNvPr id="1269" name="Google Shape;1269;p16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0" name="Google Shape;1270;p16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1" name="Google Shape;1271;p16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2" name="Google Shape;1272;p16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3" name="Google Shape;1273;p16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4" name="Google Shape;1274;p16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75" name="Google Shape;1275;p16"/>
          <p:cNvGrpSpPr/>
          <p:nvPr/>
        </p:nvGrpSpPr>
        <p:grpSpPr>
          <a:xfrm rot="5400000">
            <a:off x="85100" y="1849625"/>
            <a:ext cx="98902" cy="553090"/>
            <a:chOff x="4898850" y="4820550"/>
            <a:chExt cx="98902" cy="553090"/>
          </a:xfrm>
        </p:grpSpPr>
        <p:sp>
          <p:nvSpPr>
            <p:cNvPr id="1276" name="Google Shape;1276;p16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7" name="Google Shape;1277;p16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8" name="Google Shape;1278;p16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9" name="Google Shape;1279;p16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0" name="Google Shape;1280;p16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81" name="Google Shape;1281;p16"/>
          <p:cNvGrpSpPr/>
          <p:nvPr/>
        </p:nvGrpSpPr>
        <p:grpSpPr>
          <a:xfrm>
            <a:off x="-1414555" y="3058729"/>
            <a:ext cx="2297800" cy="347400"/>
            <a:chOff x="-1414555" y="3058729"/>
            <a:chExt cx="2297800" cy="347400"/>
          </a:xfrm>
        </p:grpSpPr>
        <p:sp>
          <p:nvSpPr>
            <p:cNvPr id="1282" name="Google Shape;1282;p16"/>
            <p:cNvSpPr/>
            <p:nvPr/>
          </p:nvSpPr>
          <p:spPr>
            <a:xfrm>
              <a:off x="-1414555" y="3338029"/>
              <a:ext cx="1994700" cy="6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3" name="Google Shape;1283;p16"/>
            <p:cNvSpPr/>
            <p:nvPr/>
          </p:nvSpPr>
          <p:spPr>
            <a:xfrm>
              <a:off x="-1111455" y="3058729"/>
              <a:ext cx="1994700" cy="6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84" name="Google Shape;1284;p16"/>
          <p:cNvSpPr/>
          <p:nvPr/>
        </p:nvSpPr>
        <p:spPr>
          <a:xfrm rot="10800000">
            <a:off x="568018" y="3859064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285" name="Google Shape;1285;p16"/>
          <p:cNvGrpSpPr/>
          <p:nvPr/>
        </p:nvGrpSpPr>
        <p:grpSpPr>
          <a:xfrm rot="5400000">
            <a:off x="7927205" y="4153629"/>
            <a:ext cx="1823016" cy="296643"/>
            <a:chOff x="7857346" y="3902355"/>
            <a:chExt cx="1823016" cy="296643"/>
          </a:xfrm>
        </p:grpSpPr>
        <p:sp>
          <p:nvSpPr>
            <p:cNvPr id="1286" name="Google Shape;1286;p16"/>
            <p:cNvSpPr/>
            <p:nvPr/>
          </p:nvSpPr>
          <p:spPr>
            <a:xfrm>
              <a:off x="7956216" y="4048371"/>
              <a:ext cx="1724145" cy="150627"/>
            </a:xfrm>
            <a:custGeom>
              <a:avLst/>
              <a:gdLst/>
              <a:ahLst/>
              <a:cxnLst/>
              <a:rect l="l" t="t" r="r" b="b"/>
              <a:pathLst>
                <a:path w="55332" h="4834" fill="none" extrusionOk="0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7" name="Google Shape;1287;p16"/>
            <p:cNvSpPr/>
            <p:nvPr/>
          </p:nvSpPr>
          <p:spPr>
            <a:xfrm>
              <a:off x="8453686" y="390235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0" y="1488"/>
                  </a:moveTo>
                  <a:cubicBezTo>
                    <a:pt x="0" y="670"/>
                    <a:pt x="670" y="1"/>
                    <a:pt x="1488" y="1"/>
                  </a:cubicBezTo>
                  <a:cubicBezTo>
                    <a:pt x="2306" y="1"/>
                    <a:pt x="2950" y="670"/>
                    <a:pt x="2950" y="1488"/>
                  </a:cubicBezTo>
                  <a:cubicBezTo>
                    <a:pt x="2950" y="2281"/>
                    <a:pt x="2306" y="2951"/>
                    <a:pt x="1488" y="2951"/>
                  </a:cubicBezTo>
                  <a:cubicBezTo>
                    <a:pt x="670" y="2951"/>
                    <a:pt x="0" y="2281"/>
                    <a:pt x="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8" name="Google Shape;1288;p16"/>
            <p:cNvSpPr/>
            <p:nvPr/>
          </p:nvSpPr>
          <p:spPr>
            <a:xfrm>
              <a:off x="8478396" y="3927096"/>
              <a:ext cx="43281" cy="42502"/>
            </a:xfrm>
            <a:custGeom>
              <a:avLst/>
              <a:gdLst/>
              <a:ahLst/>
              <a:cxnLst/>
              <a:rect l="l" t="t" r="r" b="b"/>
              <a:pathLst>
                <a:path w="1389" h="1364" extrusionOk="0">
                  <a:moveTo>
                    <a:pt x="695" y="0"/>
                  </a:moveTo>
                  <a:cubicBezTo>
                    <a:pt x="298" y="0"/>
                    <a:pt x="1" y="298"/>
                    <a:pt x="1" y="694"/>
                  </a:cubicBezTo>
                  <a:cubicBezTo>
                    <a:pt x="1" y="1066"/>
                    <a:pt x="298" y="1363"/>
                    <a:pt x="695" y="1363"/>
                  </a:cubicBezTo>
                  <a:cubicBezTo>
                    <a:pt x="1067" y="1363"/>
                    <a:pt x="1389" y="1066"/>
                    <a:pt x="1389" y="694"/>
                  </a:cubicBezTo>
                  <a:cubicBezTo>
                    <a:pt x="1389" y="298"/>
                    <a:pt x="1067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9" name="Google Shape;1289;p16"/>
            <p:cNvSpPr/>
            <p:nvPr/>
          </p:nvSpPr>
          <p:spPr>
            <a:xfrm>
              <a:off x="7857346" y="400200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0" name="Google Shape;1290;p16"/>
            <p:cNvSpPr/>
            <p:nvPr/>
          </p:nvSpPr>
          <p:spPr>
            <a:xfrm>
              <a:off x="7882087" y="4026715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1" name="Google Shape;1291;p16"/>
            <p:cNvSpPr/>
            <p:nvPr/>
          </p:nvSpPr>
          <p:spPr>
            <a:xfrm>
              <a:off x="8545608" y="3948721"/>
              <a:ext cx="1134754" cy="175368"/>
            </a:xfrm>
            <a:custGeom>
              <a:avLst/>
              <a:gdLst/>
              <a:ahLst/>
              <a:cxnLst/>
              <a:rect l="l" t="t" r="r" b="b"/>
              <a:pathLst>
                <a:path w="36417" h="5628" fill="none" extrusionOk="0">
                  <a:moveTo>
                    <a:pt x="0" y="0"/>
                  </a:moveTo>
                  <a:lnTo>
                    <a:pt x="6049" y="0"/>
                  </a:lnTo>
                  <a:lnTo>
                    <a:pt x="8379" y="2330"/>
                  </a:lnTo>
                  <a:lnTo>
                    <a:pt x="11676" y="5627"/>
                  </a:lnTo>
                  <a:lnTo>
                    <a:pt x="36416" y="5627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92" name="Google Shape;1292;p16"/>
          <p:cNvGrpSpPr/>
          <p:nvPr/>
        </p:nvGrpSpPr>
        <p:grpSpPr>
          <a:xfrm>
            <a:off x="2610895" y="-1455296"/>
            <a:ext cx="347400" cy="2297800"/>
            <a:chOff x="2610895" y="-1455296"/>
            <a:chExt cx="347400" cy="2297800"/>
          </a:xfrm>
        </p:grpSpPr>
        <p:sp>
          <p:nvSpPr>
            <p:cNvPr id="1293" name="Google Shape;1293;p16"/>
            <p:cNvSpPr/>
            <p:nvPr/>
          </p:nvSpPr>
          <p:spPr>
            <a:xfrm rot="5400000">
              <a:off x="1647595" y="-491996"/>
              <a:ext cx="1994700" cy="6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4" name="Google Shape;1294;p16"/>
            <p:cNvSpPr/>
            <p:nvPr/>
          </p:nvSpPr>
          <p:spPr>
            <a:xfrm rot="5400000">
              <a:off x="1926895" y="-188896"/>
              <a:ext cx="1994700" cy="6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95" name="Google Shape;1295;p16"/>
          <p:cNvSpPr/>
          <p:nvPr/>
        </p:nvSpPr>
        <p:spPr>
          <a:xfrm rot="10800000" flipH="1">
            <a:off x="2358070" y="4766029"/>
            <a:ext cx="1994700" cy="6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6" name="Google Shape;1296;p16"/>
          <p:cNvSpPr/>
          <p:nvPr/>
        </p:nvSpPr>
        <p:spPr>
          <a:xfrm rot="5400000">
            <a:off x="8206162" y="-34881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297" name="Google Shape;1297;p16"/>
          <p:cNvGrpSpPr/>
          <p:nvPr/>
        </p:nvGrpSpPr>
        <p:grpSpPr>
          <a:xfrm>
            <a:off x="5373295" y="-112914"/>
            <a:ext cx="1520982" cy="302065"/>
            <a:chOff x="5642557" y="-150670"/>
            <a:chExt cx="1520982" cy="302065"/>
          </a:xfrm>
        </p:grpSpPr>
        <p:sp>
          <p:nvSpPr>
            <p:cNvPr id="1298" name="Google Shape;1298;p16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9" name="Google Shape;1299;p16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0" name="Google Shape;1300;p16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1" name="Google Shape;1301;p16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2" name="Google Shape;1302;p16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BLANK_9">
    <p:spTree>
      <p:nvGrpSpPr>
        <p:cNvPr id="1" name="Shape 1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04" name="Google Shape;1304;p17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1305" name="Google Shape;1305;p17"/>
            <p:cNvSpPr/>
            <p:nvPr/>
          </p:nvSpPr>
          <p:spPr>
            <a:xfrm>
              <a:off x="597550" y="4893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6" name="Google Shape;1306;p17"/>
            <p:cNvSpPr/>
            <p:nvPr/>
          </p:nvSpPr>
          <p:spPr>
            <a:xfrm>
              <a:off x="597550" y="4780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7" name="Google Shape;1307;p17"/>
            <p:cNvSpPr/>
            <p:nvPr/>
          </p:nvSpPr>
          <p:spPr>
            <a:xfrm>
              <a:off x="597550" y="46671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8" name="Google Shape;1308;p17"/>
            <p:cNvSpPr/>
            <p:nvPr/>
          </p:nvSpPr>
          <p:spPr>
            <a:xfrm>
              <a:off x="597550" y="4553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9" name="Google Shape;1309;p17"/>
            <p:cNvSpPr/>
            <p:nvPr/>
          </p:nvSpPr>
          <p:spPr>
            <a:xfrm>
              <a:off x="597550" y="4441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0" name="Google Shape;1310;p17"/>
            <p:cNvSpPr/>
            <p:nvPr/>
          </p:nvSpPr>
          <p:spPr>
            <a:xfrm>
              <a:off x="597550" y="4328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1" name="Google Shape;1311;p17"/>
            <p:cNvSpPr/>
            <p:nvPr/>
          </p:nvSpPr>
          <p:spPr>
            <a:xfrm>
              <a:off x="597550" y="42150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2" name="Google Shape;1312;p17"/>
            <p:cNvSpPr/>
            <p:nvPr/>
          </p:nvSpPr>
          <p:spPr>
            <a:xfrm>
              <a:off x="597550" y="4101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3" name="Google Shape;1313;p17"/>
            <p:cNvSpPr/>
            <p:nvPr/>
          </p:nvSpPr>
          <p:spPr>
            <a:xfrm>
              <a:off x="597550" y="3988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4" name="Google Shape;1314;p17"/>
            <p:cNvSpPr/>
            <p:nvPr/>
          </p:nvSpPr>
          <p:spPr>
            <a:xfrm>
              <a:off x="597550" y="3875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5" name="Google Shape;1315;p17"/>
            <p:cNvSpPr/>
            <p:nvPr/>
          </p:nvSpPr>
          <p:spPr>
            <a:xfrm>
              <a:off x="597550" y="3762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6" name="Google Shape;1316;p17"/>
            <p:cNvSpPr/>
            <p:nvPr/>
          </p:nvSpPr>
          <p:spPr>
            <a:xfrm>
              <a:off x="597550" y="36496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7" name="Google Shape;1317;p17"/>
            <p:cNvSpPr/>
            <p:nvPr/>
          </p:nvSpPr>
          <p:spPr>
            <a:xfrm>
              <a:off x="597550" y="35364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8" name="Google Shape;1318;p17"/>
            <p:cNvSpPr/>
            <p:nvPr/>
          </p:nvSpPr>
          <p:spPr>
            <a:xfrm>
              <a:off x="597550" y="34232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9" name="Google Shape;1319;p17"/>
            <p:cNvSpPr/>
            <p:nvPr/>
          </p:nvSpPr>
          <p:spPr>
            <a:xfrm>
              <a:off x="597550" y="33100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0" name="Google Shape;1320;p17"/>
            <p:cNvSpPr/>
            <p:nvPr/>
          </p:nvSpPr>
          <p:spPr>
            <a:xfrm>
              <a:off x="597550" y="31967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1" name="Google Shape;1321;p17"/>
            <p:cNvSpPr/>
            <p:nvPr/>
          </p:nvSpPr>
          <p:spPr>
            <a:xfrm>
              <a:off x="597550" y="30835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2" name="Google Shape;1322;p17"/>
            <p:cNvSpPr/>
            <p:nvPr/>
          </p:nvSpPr>
          <p:spPr>
            <a:xfrm>
              <a:off x="597550" y="29703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3" name="Google Shape;1323;p17"/>
            <p:cNvSpPr/>
            <p:nvPr/>
          </p:nvSpPr>
          <p:spPr>
            <a:xfrm>
              <a:off x="597550" y="28578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4" name="Google Shape;1324;p17"/>
            <p:cNvSpPr/>
            <p:nvPr/>
          </p:nvSpPr>
          <p:spPr>
            <a:xfrm>
              <a:off x="597550" y="27446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5" name="Google Shape;1325;p17"/>
            <p:cNvSpPr/>
            <p:nvPr/>
          </p:nvSpPr>
          <p:spPr>
            <a:xfrm>
              <a:off x="597550" y="263140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6" name="Google Shape;1326;p17"/>
            <p:cNvSpPr/>
            <p:nvPr/>
          </p:nvSpPr>
          <p:spPr>
            <a:xfrm>
              <a:off x="597550" y="251817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7" name="Google Shape;1327;p17"/>
            <p:cNvSpPr/>
            <p:nvPr/>
          </p:nvSpPr>
          <p:spPr>
            <a:xfrm>
              <a:off x="597550" y="24049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8" name="Google Shape;1328;p17"/>
            <p:cNvSpPr/>
            <p:nvPr/>
          </p:nvSpPr>
          <p:spPr>
            <a:xfrm>
              <a:off x="597550" y="22917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9" name="Google Shape;1329;p17"/>
            <p:cNvSpPr/>
            <p:nvPr/>
          </p:nvSpPr>
          <p:spPr>
            <a:xfrm>
              <a:off x="597550" y="21792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0" name="Google Shape;1330;p17"/>
            <p:cNvSpPr/>
            <p:nvPr/>
          </p:nvSpPr>
          <p:spPr>
            <a:xfrm>
              <a:off x="597550" y="20660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1" name="Google Shape;1331;p17"/>
            <p:cNvSpPr/>
            <p:nvPr/>
          </p:nvSpPr>
          <p:spPr>
            <a:xfrm>
              <a:off x="597550" y="19528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2" name="Google Shape;1332;p17"/>
            <p:cNvSpPr/>
            <p:nvPr/>
          </p:nvSpPr>
          <p:spPr>
            <a:xfrm>
              <a:off x="597550" y="1839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3" name="Google Shape;1333;p17"/>
            <p:cNvSpPr/>
            <p:nvPr/>
          </p:nvSpPr>
          <p:spPr>
            <a:xfrm>
              <a:off x="597550" y="1726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4" name="Google Shape;1334;p17"/>
            <p:cNvSpPr/>
            <p:nvPr/>
          </p:nvSpPr>
          <p:spPr>
            <a:xfrm>
              <a:off x="597550" y="16131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5" name="Google Shape;1335;p17"/>
            <p:cNvSpPr/>
            <p:nvPr/>
          </p:nvSpPr>
          <p:spPr>
            <a:xfrm>
              <a:off x="597550" y="1499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6" name="Google Shape;1336;p17"/>
            <p:cNvSpPr/>
            <p:nvPr/>
          </p:nvSpPr>
          <p:spPr>
            <a:xfrm>
              <a:off x="597550" y="1387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7" name="Google Shape;1337;p17"/>
            <p:cNvSpPr/>
            <p:nvPr/>
          </p:nvSpPr>
          <p:spPr>
            <a:xfrm>
              <a:off x="597550" y="1274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8" name="Google Shape;1338;p17"/>
            <p:cNvSpPr/>
            <p:nvPr/>
          </p:nvSpPr>
          <p:spPr>
            <a:xfrm>
              <a:off x="597550" y="11610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9" name="Google Shape;1339;p17"/>
            <p:cNvSpPr/>
            <p:nvPr/>
          </p:nvSpPr>
          <p:spPr>
            <a:xfrm>
              <a:off x="597550" y="1047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0" name="Google Shape;1340;p17"/>
            <p:cNvSpPr/>
            <p:nvPr/>
          </p:nvSpPr>
          <p:spPr>
            <a:xfrm>
              <a:off x="597550" y="934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1" name="Google Shape;1341;p17"/>
            <p:cNvSpPr/>
            <p:nvPr/>
          </p:nvSpPr>
          <p:spPr>
            <a:xfrm>
              <a:off x="597550" y="821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2" name="Google Shape;1342;p17"/>
            <p:cNvSpPr/>
            <p:nvPr/>
          </p:nvSpPr>
          <p:spPr>
            <a:xfrm>
              <a:off x="597550" y="708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43" name="Google Shape;1343;p17"/>
          <p:cNvSpPr txBox="1">
            <a:spLocks noGrp="1"/>
          </p:cNvSpPr>
          <p:nvPr>
            <p:ph type="title"/>
          </p:nvPr>
        </p:nvSpPr>
        <p:spPr>
          <a:xfrm>
            <a:off x="713100" y="1088819"/>
            <a:ext cx="4401600" cy="1198800"/>
          </a:xfrm>
          <a:prstGeom prst="rect">
            <a:avLst/>
          </a:prstGeom>
          <a:effectLst>
            <a:outerShdw blurRad="157163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1344" name="Google Shape;1344;p17"/>
          <p:cNvSpPr txBox="1">
            <a:spLocks noGrp="1"/>
          </p:cNvSpPr>
          <p:nvPr>
            <p:ph type="subTitle" idx="1"/>
          </p:nvPr>
        </p:nvSpPr>
        <p:spPr>
          <a:xfrm>
            <a:off x="713100" y="2357881"/>
            <a:ext cx="4401600" cy="169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1345" name="Google Shape;1345;p17"/>
          <p:cNvGrpSpPr/>
          <p:nvPr/>
        </p:nvGrpSpPr>
        <p:grpSpPr>
          <a:xfrm>
            <a:off x="8137507" y="-109362"/>
            <a:ext cx="586800" cy="1284435"/>
            <a:chOff x="8137507" y="-109362"/>
            <a:chExt cx="586800" cy="1284435"/>
          </a:xfrm>
        </p:grpSpPr>
        <p:sp>
          <p:nvSpPr>
            <p:cNvPr id="1346" name="Google Shape;1346;p17"/>
            <p:cNvSpPr/>
            <p:nvPr/>
          </p:nvSpPr>
          <p:spPr>
            <a:xfrm>
              <a:off x="8137507" y="-109352"/>
              <a:ext cx="586800" cy="1284425"/>
            </a:xfrm>
            <a:prstGeom prst="flowChartOffpageConnector">
              <a:avLst/>
            </a:prstGeom>
            <a:gradFill>
              <a:gsLst>
                <a:gs pos="0">
                  <a:schemeClr val="accent4"/>
                </a:gs>
                <a:gs pos="100000">
                  <a:schemeClr val="lt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347" name="Google Shape;1347;p17"/>
            <p:cNvGrpSpPr/>
            <p:nvPr/>
          </p:nvGrpSpPr>
          <p:grpSpPr>
            <a:xfrm rot="-5400000">
              <a:off x="7989266" y="211224"/>
              <a:ext cx="883262" cy="242091"/>
              <a:chOff x="2300350" y="2601250"/>
              <a:chExt cx="2275275" cy="623625"/>
            </a:xfrm>
          </p:grpSpPr>
          <p:sp>
            <p:nvSpPr>
              <p:cNvPr id="1348" name="Google Shape;1348;p17"/>
              <p:cNvSpPr/>
              <p:nvPr/>
            </p:nvSpPr>
            <p:spPr>
              <a:xfrm>
                <a:off x="2300350" y="2601250"/>
                <a:ext cx="3921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684" h="24945" extrusionOk="0">
                    <a:moveTo>
                      <a:pt x="12720" y="0"/>
                    </a:moveTo>
                    <a:cubicBezTo>
                      <a:pt x="13337" y="0"/>
                      <a:pt x="14078" y="247"/>
                      <a:pt x="14572" y="741"/>
                    </a:cubicBezTo>
                    <a:cubicBezTo>
                      <a:pt x="15684" y="1852"/>
                      <a:pt x="15684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684" y="21240"/>
                      <a:pt x="15684" y="22845"/>
                      <a:pt x="14572" y="23957"/>
                    </a:cubicBezTo>
                    <a:cubicBezTo>
                      <a:pt x="13584" y="24944"/>
                      <a:pt x="11855" y="24944"/>
                      <a:pt x="10744" y="23957"/>
                    </a:cubicBezTo>
                    <a:lnTo>
                      <a:pt x="1112" y="14325"/>
                    </a:lnTo>
                    <a:cubicBezTo>
                      <a:pt x="1" y="13213"/>
                      <a:pt x="1" y="11484"/>
                      <a:pt x="1112" y="10496"/>
                    </a:cubicBezTo>
                    <a:lnTo>
                      <a:pt x="10744" y="741"/>
                    </a:lnTo>
                    <a:cubicBezTo>
                      <a:pt x="11361" y="247"/>
                      <a:pt x="11979" y="0"/>
                      <a:pt x="1272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9" name="Google Shape;1349;p17"/>
              <p:cNvSpPr/>
              <p:nvPr/>
            </p:nvSpPr>
            <p:spPr>
              <a:xfrm>
                <a:off x="2680075" y="2601250"/>
                <a:ext cx="389025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1" h="24945" extrusionOk="0">
                    <a:moveTo>
                      <a:pt x="12596" y="0"/>
                    </a:moveTo>
                    <a:cubicBezTo>
                      <a:pt x="13337" y="0"/>
                      <a:pt x="13955" y="247"/>
                      <a:pt x="14449" y="741"/>
                    </a:cubicBezTo>
                    <a:cubicBezTo>
                      <a:pt x="15560" y="1852"/>
                      <a:pt x="15560" y="3581"/>
                      <a:pt x="14449" y="4569"/>
                    </a:cubicBezTo>
                    <a:lnTo>
                      <a:pt x="6669" y="12349"/>
                    </a:lnTo>
                    <a:lnTo>
                      <a:pt x="14449" y="20128"/>
                    </a:lnTo>
                    <a:cubicBezTo>
                      <a:pt x="15560" y="21240"/>
                      <a:pt x="15560" y="22845"/>
                      <a:pt x="14449" y="23957"/>
                    </a:cubicBezTo>
                    <a:cubicBezTo>
                      <a:pt x="13461" y="24944"/>
                      <a:pt x="11732" y="24944"/>
                      <a:pt x="10621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621" y="741"/>
                    </a:lnTo>
                    <a:cubicBezTo>
                      <a:pt x="11238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0" name="Google Shape;1350;p17"/>
              <p:cNvSpPr/>
              <p:nvPr/>
            </p:nvSpPr>
            <p:spPr>
              <a:xfrm>
                <a:off x="3056725" y="2601250"/>
                <a:ext cx="3890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0" h="24945" extrusionOk="0">
                    <a:moveTo>
                      <a:pt x="12596" y="0"/>
                    </a:moveTo>
                    <a:cubicBezTo>
                      <a:pt x="13337" y="0"/>
                      <a:pt x="13954" y="247"/>
                      <a:pt x="14448" y="741"/>
                    </a:cubicBezTo>
                    <a:cubicBezTo>
                      <a:pt x="15559" y="1852"/>
                      <a:pt x="15559" y="3581"/>
                      <a:pt x="14448" y="4569"/>
                    </a:cubicBezTo>
                    <a:lnTo>
                      <a:pt x="6792" y="12349"/>
                    </a:lnTo>
                    <a:lnTo>
                      <a:pt x="14448" y="20128"/>
                    </a:lnTo>
                    <a:cubicBezTo>
                      <a:pt x="15559" y="21240"/>
                      <a:pt x="15559" y="22845"/>
                      <a:pt x="14448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1" name="Google Shape;1351;p17"/>
              <p:cNvSpPr/>
              <p:nvPr/>
            </p:nvSpPr>
            <p:spPr>
              <a:xfrm>
                <a:off x="3433350" y="2601250"/>
                <a:ext cx="3890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0" h="24945" extrusionOk="0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2" name="Google Shape;1352;p17"/>
              <p:cNvSpPr/>
              <p:nvPr/>
            </p:nvSpPr>
            <p:spPr>
              <a:xfrm>
                <a:off x="3810000" y="2601250"/>
                <a:ext cx="3890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0" h="24945" extrusionOk="0">
                    <a:moveTo>
                      <a:pt x="12596" y="0"/>
                    </a:moveTo>
                    <a:cubicBezTo>
                      <a:pt x="13337" y="0"/>
                      <a:pt x="13954" y="247"/>
                      <a:pt x="14572" y="741"/>
                    </a:cubicBezTo>
                    <a:cubicBezTo>
                      <a:pt x="15559" y="1852"/>
                      <a:pt x="15559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59" y="21240"/>
                      <a:pt x="15559" y="22845"/>
                      <a:pt x="14572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978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3" name="Google Shape;1353;p17"/>
              <p:cNvSpPr/>
              <p:nvPr/>
            </p:nvSpPr>
            <p:spPr>
              <a:xfrm>
                <a:off x="4186625" y="2601250"/>
                <a:ext cx="3890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0" h="24945" extrusionOk="0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354" name="Google Shape;1354;p17"/>
          <p:cNvGrpSpPr/>
          <p:nvPr/>
        </p:nvGrpSpPr>
        <p:grpSpPr>
          <a:xfrm>
            <a:off x="2517607" y="-116370"/>
            <a:ext cx="1520982" cy="302065"/>
            <a:chOff x="5642557" y="-150670"/>
            <a:chExt cx="1520982" cy="302065"/>
          </a:xfrm>
        </p:grpSpPr>
        <p:sp>
          <p:nvSpPr>
            <p:cNvPr id="1355" name="Google Shape;1355;p17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6" name="Google Shape;1356;p17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7" name="Google Shape;1357;p17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8" name="Google Shape;1358;p17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9" name="Google Shape;1359;p17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60" name="Google Shape;1360;p17"/>
          <p:cNvSpPr/>
          <p:nvPr/>
        </p:nvSpPr>
        <p:spPr>
          <a:xfrm rot="-5400000">
            <a:off x="341629" y="-34881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361" name="Google Shape;1361;p17"/>
          <p:cNvGrpSpPr/>
          <p:nvPr/>
        </p:nvGrpSpPr>
        <p:grpSpPr>
          <a:xfrm>
            <a:off x="4913901" y="675155"/>
            <a:ext cx="1252897" cy="51000"/>
            <a:chOff x="2915381" y="4104819"/>
            <a:chExt cx="1252897" cy="51000"/>
          </a:xfrm>
        </p:grpSpPr>
        <p:sp>
          <p:nvSpPr>
            <p:cNvPr id="1362" name="Google Shape;1362;p17"/>
            <p:cNvSpPr/>
            <p:nvPr/>
          </p:nvSpPr>
          <p:spPr>
            <a:xfrm>
              <a:off x="2915381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3" name="Google Shape;1363;p17"/>
            <p:cNvSpPr/>
            <p:nvPr/>
          </p:nvSpPr>
          <p:spPr>
            <a:xfrm>
              <a:off x="3007850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4" name="Google Shape;1364;p17"/>
            <p:cNvSpPr/>
            <p:nvPr/>
          </p:nvSpPr>
          <p:spPr>
            <a:xfrm>
              <a:off x="3100319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5" name="Google Shape;1365;p17"/>
            <p:cNvSpPr/>
            <p:nvPr/>
          </p:nvSpPr>
          <p:spPr>
            <a:xfrm>
              <a:off x="3192788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6" name="Google Shape;1366;p17"/>
            <p:cNvSpPr/>
            <p:nvPr/>
          </p:nvSpPr>
          <p:spPr>
            <a:xfrm>
              <a:off x="328525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7" name="Google Shape;1367;p17"/>
            <p:cNvSpPr/>
            <p:nvPr/>
          </p:nvSpPr>
          <p:spPr>
            <a:xfrm>
              <a:off x="3377726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8" name="Google Shape;1368;p17"/>
            <p:cNvSpPr/>
            <p:nvPr/>
          </p:nvSpPr>
          <p:spPr>
            <a:xfrm>
              <a:off x="3470195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9" name="Google Shape;1369;p17"/>
            <p:cNvSpPr/>
            <p:nvPr/>
          </p:nvSpPr>
          <p:spPr>
            <a:xfrm>
              <a:off x="3562664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0" name="Google Shape;1370;p17"/>
            <p:cNvSpPr/>
            <p:nvPr/>
          </p:nvSpPr>
          <p:spPr>
            <a:xfrm>
              <a:off x="3655133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1" name="Google Shape;1371;p17"/>
            <p:cNvSpPr/>
            <p:nvPr/>
          </p:nvSpPr>
          <p:spPr>
            <a:xfrm>
              <a:off x="3747602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2" name="Google Shape;1372;p17"/>
            <p:cNvSpPr/>
            <p:nvPr/>
          </p:nvSpPr>
          <p:spPr>
            <a:xfrm>
              <a:off x="38400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3" name="Google Shape;1373;p17"/>
            <p:cNvSpPr/>
            <p:nvPr/>
          </p:nvSpPr>
          <p:spPr>
            <a:xfrm>
              <a:off x="39324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4" name="Google Shape;1374;p17"/>
            <p:cNvSpPr/>
            <p:nvPr/>
          </p:nvSpPr>
          <p:spPr>
            <a:xfrm>
              <a:off x="40248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5" name="Google Shape;1375;p17"/>
            <p:cNvSpPr/>
            <p:nvPr/>
          </p:nvSpPr>
          <p:spPr>
            <a:xfrm>
              <a:off x="41172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76" name="Google Shape;1376;p17"/>
          <p:cNvSpPr/>
          <p:nvPr/>
        </p:nvSpPr>
        <p:spPr>
          <a:xfrm rot="5400000">
            <a:off x="8208387" y="4204126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7" name="Google Shape;1377;p17"/>
          <p:cNvSpPr/>
          <p:nvPr/>
        </p:nvSpPr>
        <p:spPr>
          <a:xfrm rot="10800000">
            <a:off x="1362311" y="4240075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378" name="Google Shape;1378;p17"/>
          <p:cNvGrpSpPr/>
          <p:nvPr/>
        </p:nvGrpSpPr>
        <p:grpSpPr>
          <a:xfrm>
            <a:off x="5600407" y="4993736"/>
            <a:ext cx="1520982" cy="302065"/>
            <a:chOff x="5642557" y="-150670"/>
            <a:chExt cx="1520982" cy="302065"/>
          </a:xfrm>
        </p:grpSpPr>
        <p:sp>
          <p:nvSpPr>
            <p:cNvPr id="1379" name="Google Shape;1379;p17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0" name="Google Shape;1380;p17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1" name="Google Shape;1381;p17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2" name="Google Shape;1382;p17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3" name="Google Shape;1383;p17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84" name="Google Shape;1384;p17"/>
          <p:cNvGrpSpPr/>
          <p:nvPr/>
        </p:nvGrpSpPr>
        <p:grpSpPr>
          <a:xfrm rot="5400000">
            <a:off x="8900" y="1773425"/>
            <a:ext cx="98902" cy="553090"/>
            <a:chOff x="4898850" y="4820550"/>
            <a:chExt cx="98902" cy="553090"/>
          </a:xfrm>
        </p:grpSpPr>
        <p:sp>
          <p:nvSpPr>
            <p:cNvPr id="1385" name="Google Shape;1385;p17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6" name="Google Shape;1386;p17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7" name="Google Shape;1387;p17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8" name="Google Shape;1388;p17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9" name="Google Shape;1389;p17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BLANK_16">
    <p:spTree>
      <p:nvGrpSpPr>
        <p:cNvPr id="1" name="Shape 1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91" name="Google Shape;1391;p18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1392" name="Google Shape;1392;p18"/>
            <p:cNvSpPr/>
            <p:nvPr/>
          </p:nvSpPr>
          <p:spPr>
            <a:xfrm>
              <a:off x="597550" y="4893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3" name="Google Shape;1393;p18"/>
            <p:cNvSpPr/>
            <p:nvPr/>
          </p:nvSpPr>
          <p:spPr>
            <a:xfrm>
              <a:off x="597550" y="4780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4" name="Google Shape;1394;p18"/>
            <p:cNvSpPr/>
            <p:nvPr/>
          </p:nvSpPr>
          <p:spPr>
            <a:xfrm>
              <a:off x="597550" y="46671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5" name="Google Shape;1395;p18"/>
            <p:cNvSpPr/>
            <p:nvPr/>
          </p:nvSpPr>
          <p:spPr>
            <a:xfrm>
              <a:off x="597550" y="4553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6" name="Google Shape;1396;p18"/>
            <p:cNvSpPr/>
            <p:nvPr/>
          </p:nvSpPr>
          <p:spPr>
            <a:xfrm>
              <a:off x="597550" y="4441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7" name="Google Shape;1397;p18"/>
            <p:cNvSpPr/>
            <p:nvPr/>
          </p:nvSpPr>
          <p:spPr>
            <a:xfrm>
              <a:off x="597550" y="4328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8" name="Google Shape;1398;p18"/>
            <p:cNvSpPr/>
            <p:nvPr/>
          </p:nvSpPr>
          <p:spPr>
            <a:xfrm>
              <a:off x="597550" y="42150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9" name="Google Shape;1399;p18"/>
            <p:cNvSpPr/>
            <p:nvPr/>
          </p:nvSpPr>
          <p:spPr>
            <a:xfrm>
              <a:off x="597550" y="4101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0" name="Google Shape;1400;p18"/>
            <p:cNvSpPr/>
            <p:nvPr/>
          </p:nvSpPr>
          <p:spPr>
            <a:xfrm>
              <a:off x="597550" y="3988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1" name="Google Shape;1401;p18"/>
            <p:cNvSpPr/>
            <p:nvPr/>
          </p:nvSpPr>
          <p:spPr>
            <a:xfrm>
              <a:off x="597550" y="3875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2" name="Google Shape;1402;p18"/>
            <p:cNvSpPr/>
            <p:nvPr/>
          </p:nvSpPr>
          <p:spPr>
            <a:xfrm>
              <a:off x="597550" y="3762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3" name="Google Shape;1403;p18"/>
            <p:cNvSpPr/>
            <p:nvPr/>
          </p:nvSpPr>
          <p:spPr>
            <a:xfrm>
              <a:off x="597550" y="36496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4" name="Google Shape;1404;p18"/>
            <p:cNvSpPr/>
            <p:nvPr/>
          </p:nvSpPr>
          <p:spPr>
            <a:xfrm>
              <a:off x="597550" y="35364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5" name="Google Shape;1405;p18"/>
            <p:cNvSpPr/>
            <p:nvPr/>
          </p:nvSpPr>
          <p:spPr>
            <a:xfrm>
              <a:off x="597550" y="34232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6" name="Google Shape;1406;p18"/>
            <p:cNvSpPr/>
            <p:nvPr/>
          </p:nvSpPr>
          <p:spPr>
            <a:xfrm>
              <a:off x="597550" y="33100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7" name="Google Shape;1407;p18"/>
            <p:cNvSpPr/>
            <p:nvPr/>
          </p:nvSpPr>
          <p:spPr>
            <a:xfrm>
              <a:off x="597550" y="31967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8" name="Google Shape;1408;p18"/>
            <p:cNvSpPr/>
            <p:nvPr/>
          </p:nvSpPr>
          <p:spPr>
            <a:xfrm>
              <a:off x="597550" y="30835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9" name="Google Shape;1409;p18"/>
            <p:cNvSpPr/>
            <p:nvPr/>
          </p:nvSpPr>
          <p:spPr>
            <a:xfrm>
              <a:off x="597550" y="29703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0" name="Google Shape;1410;p18"/>
            <p:cNvSpPr/>
            <p:nvPr/>
          </p:nvSpPr>
          <p:spPr>
            <a:xfrm>
              <a:off x="597550" y="28578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1" name="Google Shape;1411;p18"/>
            <p:cNvSpPr/>
            <p:nvPr/>
          </p:nvSpPr>
          <p:spPr>
            <a:xfrm>
              <a:off x="597550" y="27446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2" name="Google Shape;1412;p18"/>
            <p:cNvSpPr/>
            <p:nvPr/>
          </p:nvSpPr>
          <p:spPr>
            <a:xfrm>
              <a:off x="597550" y="263140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3" name="Google Shape;1413;p18"/>
            <p:cNvSpPr/>
            <p:nvPr/>
          </p:nvSpPr>
          <p:spPr>
            <a:xfrm>
              <a:off x="597550" y="251817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4" name="Google Shape;1414;p18"/>
            <p:cNvSpPr/>
            <p:nvPr/>
          </p:nvSpPr>
          <p:spPr>
            <a:xfrm>
              <a:off x="597550" y="24049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5" name="Google Shape;1415;p18"/>
            <p:cNvSpPr/>
            <p:nvPr/>
          </p:nvSpPr>
          <p:spPr>
            <a:xfrm>
              <a:off x="597550" y="22917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6" name="Google Shape;1416;p18"/>
            <p:cNvSpPr/>
            <p:nvPr/>
          </p:nvSpPr>
          <p:spPr>
            <a:xfrm>
              <a:off x="597550" y="21792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7" name="Google Shape;1417;p18"/>
            <p:cNvSpPr/>
            <p:nvPr/>
          </p:nvSpPr>
          <p:spPr>
            <a:xfrm>
              <a:off x="597550" y="20660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8" name="Google Shape;1418;p18"/>
            <p:cNvSpPr/>
            <p:nvPr/>
          </p:nvSpPr>
          <p:spPr>
            <a:xfrm>
              <a:off x="597550" y="19528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9" name="Google Shape;1419;p18"/>
            <p:cNvSpPr/>
            <p:nvPr/>
          </p:nvSpPr>
          <p:spPr>
            <a:xfrm>
              <a:off x="597550" y="1839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0" name="Google Shape;1420;p18"/>
            <p:cNvSpPr/>
            <p:nvPr/>
          </p:nvSpPr>
          <p:spPr>
            <a:xfrm>
              <a:off x="597550" y="1726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1" name="Google Shape;1421;p18"/>
            <p:cNvSpPr/>
            <p:nvPr/>
          </p:nvSpPr>
          <p:spPr>
            <a:xfrm>
              <a:off x="597550" y="16131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2" name="Google Shape;1422;p18"/>
            <p:cNvSpPr/>
            <p:nvPr/>
          </p:nvSpPr>
          <p:spPr>
            <a:xfrm>
              <a:off x="597550" y="1499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3" name="Google Shape;1423;p18"/>
            <p:cNvSpPr/>
            <p:nvPr/>
          </p:nvSpPr>
          <p:spPr>
            <a:xfrm>
              <a:off x="597550" y="1387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4" name="Google Shape;1424;p18"/>
            <p:cNvSpPr/>
            <p:nvPr/>
          </p:nvSpPr>
          <p:spPr>
            <a:xfrm>
              <a:off x="597550" y="1274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5" name="Google Shape;1425;p18"/>
            <p:cNvSpPr/>
            <p:nvPr/>
          </p:nvSpPr>
          <p:spPr>
            <a:xfrm>
              <a:off x="597550" y="11610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6" name="Google Shape;1426;p18"/>
            <p:cNvSpPr/>
            <p:nvPr/>
          </p:nvSpPr>
          <p:spPr>
            <a:xfrm>
              <a:off x="597550" y="1047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7" name="Google Shape;1427;p18"/>
            <p:cNvSpPr/>
            <p:nvPr/>
          </p:nvSpPr>
          <p:spPr>
            <a:xfrm>
              <a:off x="597550" y="934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8" name="Google Shape;1428;p18"/>
            <p:cNvSpPr/>
            <p:nvPr/>
          </p:nvSpPr>
          <p:spPr>
            <a:xfrm>
              <a:off x="597550" y="821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9" name="Google Shape;1429;p18"/>
            <p:cNvSpPr/>
            <p:nvPr/>
          </p:nvSpPr>
          <p:spPr>
            <a:xfrm>
              <a:off x="597550" y="708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30" name="Google Shape;1430;p18"/>
          <p:cNvSpPr txBox="1">
            <a:spLocks noGrp="1"/>
          </p:cNvSpPr>
          <p:nvPr>
            <p:ph type="title"/>
          </p:nvPr>
        </p:nvSpPr>
        <p:spPr>
          <a:xfrm>
            <a:off x="865500" y="753525"/>
            <a:ext cx="4466700" cy="1141500"/>
          </a:xfrm>
          <a:prstGeom prst="rect">
            <a:avLst/>
          </a:prstGeom>
          <a:effectLst>
            <a:outerShdw blurRad="8572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1431" name="Google Shape;1431;p18"/>
          <p:cNvSpPr txBox="1">
            <a:spLocks noGrp="1"/>
          </p:cNvSpPr>
          <p:nvPr>
            <p:ph type="subTitle" idx="1"/>
          </p:nvPr>
        </p:nvSpPr>
        <p:spPr>
          <a:xfrm>
            <a:off x="865500" y="1964775"/>
            <a:ext cx="4466700" cy="242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grpSp>
        <p:nvGrpSpPr>
          <p:cNvPr id="1432" name="Google Shape;1432;p18"/>
          <p:cNvGrpSpPr/>
          <p:nvPr/>
        </p:nvGrpSpPr>
        <p:grpSpPr>
          <a:xfrm rot="5400000">
            <a:off x="-74785" y="2017490"/>
            <a:ext cx="883262" cy="242091"/>
            <a:chOff x="2300350" y="2601250"/>
            <a:chExt cx="2275275" cy="623625"/>
          </a:xfrm>
        </p:grpSpPr>
        <p:sp>
          <p:nvSpPr>
            <p:cNvPr id="1433" name="Google Shape;1433;p18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4" name="Google Shape;1434;p18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5" name="Google Shape;1435;p18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6" name="Google Shape;1436;p18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7" name="Google Shape;1437;p18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8" name="Google Shape;1438;p18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39" name="Google Shape;1439;p18"/>
          <p:cNvGrpSpPr/>
          <p:nvPr/>
        </p:nvGrpSpPr>
        <p:grpSpPr>
          <a:xfrm>
            <a:off x="2272907" y="-131145"/>
            <a:ext cx="1520982" cy="302065"/>
            <a:chOff x="5642557" y="-150670"/>
            <a:chExt cx="1520982" cy="302065"/>
          </a:xfrm>
        </p:grpSpPr>
        <p:sp>
          <p:nvSpPr>
            <p:cNvPr id="1440" name="Google Shape;1440;p18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1" name="Google Shape;1441;p18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2" name="Google Shape;1442;p18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3" name="Google Shape;1443;p18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4" name="Google Shape;1444;p18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45" name="Google Shape;1445;p18"/>
          <p:cNvGrpSpPr/>
          <p:nvPr/>
        </p:nvGrpSpPr>
        <p:grpSpPr>
          <a:xfrm rot="5400000">
            <a:off x="85100" y="3794850"/>
            <a:ext cx="98902" cy="553090"/>
            <a:chOff x="4898850" y="4820550"/>
            <a:chExt cx="98902" cy="553090"/>
          </a:xfrm>
        </p:grpSpPr>
        <p:sp>
          <p:nvSpPr>
            <p:cNvPr id="1446" name="Google Shape;1446;p18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7" name="Google Shape;1447;p18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8" name="Google Shape;1448;p18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9" name="Google Shape;1449;p18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0" name="Google Shape;1450;p18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51" name="Google Shape;1451;p18"/>
          <p:cNvSpPr/>
          <p:nvPr/>
        </p:nvSpPr>
        <p:spPr>
          <a:xfrm>
            <a:off x="538387" y="-269186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2" name="Google Shape;1452;p18"/>
          <p:cNvSpPr/>
          <p:nvPr/>
        </p:nvSpPr>
        <p:spPr>
          <a:xfrm rot="10800000">
            <a:off x="8557211" y="3859075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3" name="Google Shape;1453;p18"/>
          <p:cNvSpPr/>
          <p:nvPr/>
        </p:nvSpPr>
        <p:spPr>
          <a:xfrm rot="5400000">
            <a:off x="8206162" y="-34881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454" name="Google Shape;1454;p18"/>
          <p:cNvGrpSpPr/>
          <p:nvPr/>
        </p:nvGrpSpPr>
        <p:grpSpPr>
          <a:xfrm rot="5400000">
            <a:off x="8083957" y="246162"/>
            <a:ext cx="1520982" cy="302065"/>
            <a:chOff x="5642557" y="-150670"/>
            <a:chExt cx="1520982" cy="302065"/>
          </a:xfrm>
        </p:grpSpPr>
        <p:sp>
          <p:nvSpPr>
            <p:cNvPr id="1455" name="Google Shape;1455;p18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6" name="Google Shape;1456;p18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7" name="Google Shape;1457;p18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8" name="Google Shape;1458;p18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9" name="Google Shape;1459;p18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60" name="Google Shape;1460;p18"/>
          <p:cNvGrpSpPr/>
          <p:nvPr/>
        </p:nvGrpSpPr>
        <p:grpSpPr>
          <a:xfrm>
            <a:off x="-240856" y="4335989"/>
            <a:ext cx="1525280" cy="586800"/>
            <a:chOff x="-240856" y="4335989"/>
            <a:chExt cx="1525280" cy="586800"/>
          </a:xfrm>
        </p:grpSpPr>
        <p:sp>
          <p:nvSpPr>
            <p:cNvPr id="1461" name="Google Shape;1461;p18"/>
            <p:cNvSpPr/>
            <p:nvPr/>
          </p:nvSpPr>
          <p:spPr>
            <a:xfrm rot="-5400000">
              <a:off x="348812" y="3987176"/>
              <a:ext cx="586800" cy="1284425"/>
            </a:xfrm>
            <a:prstGeom prst="flowChartOffpageConnector">
              <a:avLst/>
            </a:prstGeom>
            <a:gradFill>
              <a:gsLst>
                <a:gs pos="0">
                  <a:schemeClr val="accent4"/>
                </a:gs>
                <a:gs pos="100000">
                  <a:schemeClr val="lt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462" name="Google Shape;1462;p18"/>
            <p:cNvGrpSpPr/>
            <p:nvPr/>
          </p:nvGrpSpPr>
          <p:grpSpPr>
            <a:xfrm>
              <a:off x="-240856" y="4562421"/>
              <a:ext cx="1105976" cy="133969"/>
              <a:chOff x="8183182" y="663852"/>
              <a:chExt cx="1475028" cy="178673"/>
            </a:xfrm>
          </p:grpSpPr>
          <p:grpSp>
            <p:nvGrpSpPr>
              <p:cNvPr id="1463" name="Google Shape;1463;p18"/>
              <p:cNvGrpSpPr/>
              <p:nvPr/>
            </p:nvGrpSpPr>
            <p:grpSpPr>
              <a:xfrm>
                <a:off x="8183182" y="774425"/>
                <a:ext cx="1178025" cy="68100"/>
                <a:chOff x="2024450" y="204150"/>
                <a:chExt cx="1178025" cy="68100"/>
              </a:xfrm>
            </p:grpSpPr>
            <p:sp>
              <p:nvSpPr>
                <p:cNvPr id="1464" name="Google Shape;1464;p18"/>
                <p:cNvSpPr/>
                <p:nvPr/>
              </p:nvSpPr>
              <p:spPr>
                <a:xfrm>
                  <a:off x="20244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65" name="Google Shape;1465;p18"/>
                <p:cNvSpPr/>
                <p:nvPr/>
              </p:nvSpPr>
              <p:spPr>
                <a:xfrm>
                  <a:off x="21477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66" name="Google Shape;1466;p18"/>
                <p:cNvSpPr/>
                <p:nvPr/>
              </p:nvSpPr>
              <p:spPr>
                <a:xfrm>
                  <a:off x="227110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67" name="Google Shape;1467;p18"/>
                <p:cNvSpPr/>
                <p:nvPr/>
              </p:nvSpPr>
              <p:spPr>
                <a:xfrm>
                  <a:off x="239442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68" name="Google Shape;1468;p18"/>
                <p:cNvSpPr/>
                <p:nvPr/>
              </p:nvSpPr>
              <p:spPr>
                <a:xfrm>
                  <a:off x="25177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69" name="Google Shape;1469;p18"/>
                <p:cNvSpPr/>
                <p:nvPr/>
              </p:nvSpPr>
              <p:spPr>
                <a:xfrm>
                  <a:off x="26410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70" name="Google Shape;1470;p18"/>
                <p:cNvSpPr/>
                <p:nvPr/>
              </p:nvSpPr>
              <p:spPr>
                <a:xfrm>
                  <a:off x="276440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71" name="Google Shape;1471;p18"/>
                <p:cNvSpPr/>
                <p:nvPr/>
              </p:nvSpPr>
              <p:spPr>
                <a:xfrm>
                  <a:off x="288772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72" name="Google Shape;1472;p18"/>
                <p:cNvSpPr/>
                <p:nvPr/>
              </p:nvSpPr>
              <p:spPr>
                <a:xfrm>
                  <a:off x="30110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73" name="Google Shape;1473;p18"/>
                <p:cNvSpPr/>
                <p:nvPr/>
              </p:nvSpPr>
              <p:spPr>
                <a:xfrm>
                  <a:off x="31343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474" name="Google Shape;1474;p18"/>
              <p:cNvGrpSpPr/>
              <p:nvPr/>
            </p:nvGrpSpPr>
            <p:grpSpPr>
              <a:xfrm>
                <a:off x="8480185" y="663852"/>
                <a:ext cx="1178025" cy="68100"/>
                <a:chOff x="2024450" y="204150"/>
                <a:chExt cx="1178025" cy="68100"/>
              </a:xfrm>
            </p:grpSpPr>
            <p:sp>
              <p:nvSpPr>
                <p:cNvPr id="1475" name="Google Shape;1475;p18"/>
                <p:cNvSpPr/>
                <p:nvPr/>
              </p:nvSpPr>
              <p:spPr>
                <a:xfrm>
                  <a:off x="20244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76" name="Google Shape;1476;p18"/>
                <p:cNvSpPr/>
                <p:nvPr/>
              </p:nvSpPr>
              <p:spPr>
                <a:xfrm>
                  <a:off x="21477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77" name="Google Shape;1477;p18"/>
                <p:cNvSpPr/>
                <p:nvPr/>
              </p:nvSpPr>
              <p:spPr>
                <a:xfrm>
                  <a:off x="227110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78" name="Google Shape;1478;p18"/>
                <p:cNvSpPr/>
                <p:nvPr/>
              </p:nvSpPr>
              <p:spPr>
                <a:xfrm>
                  <a:off x="239442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79" name="Google Shape;1479;p18"/>
                <p:cNvSpPr/>
                <p:nvPr/>
              </p:nvSpPr>
              <p:spPr>
                <a:xfrm>
                  <a:off x="25177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80" name="Google Shape;1480;p18"/>
                <p:cNvSpPr/>
                <p:nvPr/>
              </p:nvSpPr>
              <p:spPr>
                <a:xfrm>
                  <a:off x="26410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81" name="Google Shape;1481;p18"/>
                <p:cNvSpPr/>
                <p:nvPr/>
              </p:nvSpPr>
              <p:spPr>
                <a:xfrm>
                  <a:off x="276440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82" name="Google Shape;1482;p18"/>
                <p:cNvSpPr/>
                <p:nvPr/>
              </p:nvSpPr>
              <p:spPr>
                <a:xfrm>
                  <a:off x="288772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83" name="Google Shape;1483;p18"/>
                <p:cNvSpPr/>
                <p:nvPr/>
              </p:nvSpPr>
              <p:spPr>
                <a:xfrm>
                  <a:off x="30110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84" name="Google Shape;1484;p18"/>
                <p:cNvSpPr/>
                <p:nvPr/>
              </p:nvSpPr>
              <p:spPr>
                <a:xfrm>
                  <a:off x="31343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grpSp>
        <p:nvGrpSpPr>
          <p:cNvPr id="1485" name="Google Shape;1485;p18"/>
          <p:cNvGrpSpPr/>
          <p:nvPr/>
        </p:nvGrpSpPr>
        <p:grpSpPr>
          <a:xfrm>
            <a:off x="5717407" y="4966605"/>
            <a:ext cx="1520982" cy="302065"/>
            <a:chOff x="5642557" y="-150670"/>
            <a:chExt cx="1520982" cy="302065"/>
          </a:xfrm>
        </p:grpSpPr>
        <p:sp>
          <p:nvSpPr>
            <p:cNvPr id="1486" name="Google Shape;1486;p18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7" name="Google Shape;1487;p18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8" name="Google Shape;1488;p18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9" name="Google Shape;1489;p18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0" name="Google Shape;1490;p18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BLANK_10">
    <p:spTree>
      <p:nvGrpSpPr>
        <p:cNvPr id="1" name="Shape 1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92" name="Google Shape;1492;p19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1493" name="Google Shape;1493;p19"/>
            <p:cNvSpPr/>
            <p:nvPr/>
          </p:nvSpPr>
          <p:spPr>
            <a:xfrm>
              <a:off x="597550" y="4893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4" name="Google Shape;1494;p19"/>
            <p:cNvSpPr/>
            <p:nvPr/>
          </p:nvSpPr>
          <p:spPr>
            <a:xfrm>
              <a:off x="597550" y="4780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5" name="Google Shape;1495;p19"/>
            <p:cNvSpPr/>
            <p:nvPr/>
          </p:nvSpPr>
          <p:spPr>
            <a:xfrm>
              <a:off x="597550" y="46671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6" name="Google Shape;1496;p19"/>
            <p:cNvSpPr/>
            <p:nvPr/>
          </p:nvSpPr>
          <p:spPr>
            <a:xfrm>
              <a:off x="597550" y="4553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7" name="Google Shape;1497;p19"/>
            <p:cNvSpPr/>
            <p:nvPr/>
          </p:nvSpPr>
          <p:spPr>
            <a:xfrm>
              <a:off x="597550" y="4441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8" name="Google Shape;1498;p19"/>
            <p:cNvSpPr/>
            <p:nvPr/>
          </p:nvSpPr>
          <p:spPr>
            <a:xfrm>
              <a:off x="597550" y="4328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9" name="Google Shape;1499;p19"/>
            <p:cNvSpPr/>
            <p:nvPr/>
          </p:nvSpPr>
          <p:spPr>
            <a:xfrm>
              <a:off x="597550" y="42150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0" name="Google Shape;1500;p19"/>
            <p:cNvSpPr/>
            <p:nvPr/>
          </p:nvSpPr>
          <p:spPr>
            <a:xfrm>
              <a:off x="597550" y="4101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1" name="Google Shape;1501;p19"/>
            <p:cNvSpPr/>
            <p:nvPr/>
          </p:nvSpPr>
          <p:spPr>
            <a:xfrm>
              <a:off x="597550" y="3988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2" name="Google Shape;1502;p19"/>
            <p:cNvSpPr/>
            <p:nvPr/>
          </p:nvSpPr>
          <p:spPr>
            <a:xfrm>
              <a:off x="597550" y="3875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3" name="Google Shape;1503;p19"/>
            <p:cNvSpPr/>
            <p:nvPr/>
          </p:nvSpPr>
          <p:spPr>
            <a:xfrm>
              <a:off x="597550" y="3762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4" name="Google Shape;1504;p19"/>
            <p:cNvSpPr/>
            <p:nvPr/>
          </p:nvSpPr>
          <p:spPr>
            <a:xfrm>
              <a:off x="597550" y="36496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5" name="Google Shape;1505;p19"/>
            <p:cNvSpPr/>
            <p:nvPr/>
          </p:nvSpPr>
          <p:spPr>
            <a:xfrm>
              <a:off x="597550" y="35364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6" name="Google Shape;1506;p19"/>
            <p:cNvSpPr/>
            <p:nvPr/>
          </p:nvSpPr>
          <p:spPr>
            <a:xfrm>
              <a:off x="597550" y="34232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7" name="Google Shape;1507;p19"/>
            <p:cNvSpPr/>
            <p:nvPr/>
          </p:nvSpPr>
          <p:spPr>
            <a:xfrm>
              <a:off x="597550" y="33100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8" name="Google Shape;1508;p19"/>
            <p:cNvSpPr/>
            <p:nvPr/>
          </p:nvSpPr>
          <p:spPr>
            <a:xfrm>
              <a:off x="597550" y="31967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9" name="Google Shape;1509;p19"/>
            <p:cNvSpPr/>
            <p:nvPr/>
          </p:nvSpPr>
          <p:spPr>
            <a:xfrm>
              <a:off x="597550" y="30835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0" name="Google Shape;1510;p19"/>
            <p:cNvSpPr/>
            <p:nvPr/>
          </p:nvSpPr>
          <p:spPr>
            <a:xfrm>
              <a:off x="597550" y="29703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1" name="Google Shape;1511;p19"/>
            <p:cNvSpPr/>
            <p:nvPr/>
          </p:nvSpPr>
          <p:spPr>
            <a:xfrm>
              <a:off x="597550" y="28578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2" name="Google Shape;1512;p19"/>
            <p:cNvSpPr/>
            <p:nvPr/>
          </p:nvSpPr>
          <p:spPr>
            <a:xfrm>
              <a:off x="597550" y="27446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3" name="Google Shape;1513;p19"/>
            <p:cNvSpPr/>
            <p:nvPr/>
          </p:nvSpPr>
          <p:spPr>
            <a:xfrm>
              <a:off x="597550" y="263140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4" name="Google Shape;1514;p19"/>
            <p:cNvSpPr/>
            <p:nvPr/>
          </p:nvSpPr>
          <p:spPr>
            <a:xfrm>
              <a:off x="597550" y="251817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5" name="Google Shape;1515;p19"/>
            <p:cNvSpPr/>
            <p:nvPr/>
          </p:nvSpPr>
          <p:spPr>
            <a:xfrm>
              <a:off x="597550" y="24049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6" name="Google Shape;1516;p19"/>
            <p:cNvSpPr/>
            <p:nvPr/>
          </p:nvSpPr>
          <p:spPr>
            <a:xfrm>
              <a:off x="597550" y="22917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7" name="Google Shape;1517;p19"/>
            <p:cNvSpPr/>
            <p:nvPr/>
          </p:nvSpPr>
          <p:spPr>
            <a:xfrm>
              <a:off x="597550" y="21792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8" name="Google Shape;1518;p19"/>
            <p:cNvSpPr/>
            <p:nvPr/>
          </p:nvSpPr>
          <p:spPr>
            <a:xfrm>
              <a:off x="597550" y="20660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9" name="Google Shape;1519;p19"/>
            <p:cNvSpPr/>
            <p:nvPr/>
          </p:nvSpPr>
          <p:spPr>
            <a:xfrm>
              <a:off x="597550" y="19528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0" name="Google Shape;1520;p19"/>
            <p:cNvSpPr/>
            <p:nvPr/>
          </p:nvSpPr>
          <p:spPr>
            <a:xfrm>
              <a:off x="597550" y="1839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1" name="Google Shape;1521;p19"/>
            <p:cNvSpPr/>
            <p:nvPr/>
          </p:nvSpPr>
          <p:spPr>
            <a:xfrm>
              <a:off x="597550" y="1726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2" name="Google Shape;1522;p19"/>
            <p:cNvSpPr/>
            <p:nvPr/>
          </p:nvSpPr>
          <p:spPr>
            <a:xfrm>
              <a:off x="597550" y="16131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3" name="Google Shape;1523;p19"/>
            <p:cNvSpPr/>
            <p:nvPr/>
          </p:nvSpPr>
          <p:spPr>
            <a:xfrm>
              <a:off x="597550" y="1499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4" name="Google Shape;1524;p19"/>
            <p:cNvSpPr/>
            <p:nvPr/>
          </p:nvSpPr>
          <p:spPr>
            <a:xfrm>
              <a:off x="597550" y="1387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5" name="Google Shape;1525;p19"/>
            <p:cNvSpPr/>
            <p:nvPr/>
          </p:nvSpPr>
          <p:spPr>
            <a:xfrm>
              <a:off x="597550" y="1274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6" name="Google Shape;1526;p19"/>
            <p:cNvSpPr/>
            <p:nvPr/>
          </p:nvSpPr>
          <p:spPr>
            <a:xfrm>
              <a:off x="597550" y="11610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7" name="Google Shape;1527;p19"/>
            <p:cNvSpPr/>
            <p:nvPr/>
          </p:nvSpPr>
          <p:spPr>
            <a:xfrm>
              <a:off x="597550" y="1047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8" name="Google Shape;1528;p19"/>
            <p:cNvSpPr/>
            <p:nvPr/>
          </p:nvSpPr>
          <p:spPr>
            <a:xfrm>
              <a:off x="597550" y="934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9" name="Google Shape;1529;p19"/>
            <p:cNvSpPr/>
            <p:nvPr/>
          </p:nvSpPr>
          <p:spPr>
            <a:xfrm>
              <a:off x="597550" y="821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0" name="Google Shape;1530;p19"/>
            <p:cNvSpPr/>
            <p:nvPr/>
          </p:nvSpPr>
          <p:spPr>
            <a:xfrm>
              <a:off x="597550" y="708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531" name="Google Shape;1531;p19"/>
          <p:cNvSpPr txBox="1">
            <a:spLocks noGrp="1"/>
          </p:cNvSpPr>
          <p:nvPr>
            <p:ph type="title"/>
          </p:nvPr>
        </p:nvSpPr>
        <p:spPr>
          <a:xfrm>
            <a:off x="1773100" y="2597100"/>
            <a:ext cx="1885800" cy="27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532" name="Google Shape;1532;p19"/>
          <p:cNvSpPr txBox="1">
            <a:spLocks noGrp="1"/>
          </p:cNvSpPr>
          <p:nvPr>
            <p:ph type="subTitle" idx="1"/>
          </p:nvPr>
        </p:nvSpPr>
        <p:spPr>
          <a:xfrm>
            <a:off x="1173396" y="1500310"/>
            <a:ext cx="3085200" cy="97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33" name="Google Shape;1533;p19"/>
          <p:cNvSpPr txBox="1">
            <a:spLocks noGrp="1"/>
          </p:cNvSpPr>
          <p:nvPr>
            <p:ph type="title" idx="2"/>
          </p:nvPr>
        </p:nvSpPr>
        <p:spPr>
          <a:xfrm>
            <a:off x="5491225" y="3013625"/>
            <a:ext cx="1885800" cy="27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534" name="Google Shape;1534;p19"/>
          <p:cNvSpPr txBox="1">
            <a:spLocks noGrp="1"/>
          </p:cNvSpPr>
          <p:nvPr>
            <p:ph type="subTitle" idx="3"/>
          </p:nvPr>
        </p:nvSpPr>
        <p:spPr>
          <a:xfrm>
            <a:off x="4891521" y="3409635"/>
            <a:ext cx="3085200" cy="97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1535" name="Google Shape;1535;p19"/>
          <p:cNvGrpSpPr/>
          <p:nvPr/>
        </p:nvGrpSpPr>
        <p:grpSpPr>
          <a:xfrm>
            <a:off x="-11" y="4386462"/>
            <a:ext cx="1284435" cy="586800"/>
            <a:chOff x="-11" y="4386462"/>
            <a:chExt cx="1284435" cy="586800"/>
          </a:xfrm>
        </p:grpSpPr>
        <p:sp>
          <p:nvSpPr>
            <p:cNvPr id="1536" name="Google Shape;1536;p19"/>
            <p:cNvSpPr/>
            <p:nvPr/>
          </p:nvSpPr>
          <p:spPr>
            <a:xfrm rot="-5400000">
              <a:off x="348812" y="4037649"/>
              <a:ext cx="586800" cy="1284425"/>
            </a:xfrm>
            <a:prstGeom prst="flowChartOffpageConnector">
              <a:avLst/>
            </a:prstGeom>
            <a:gradFill>
              <a:gsLst>
                <a:gs pos="0">
                  <a:schemeClr val="accent4"/>
                </a:gs>
                <a:gs pos="100000">
                  <a:schemeClr val="lt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537" name="Google Shape;1537;p19"/>
            <p:cNvGrpSpPr/>
            <p:nvPr/>
          </p:nvGrpSpPr>
          <p:grpSpPr>
            <a:xfrm rot="10800000">
              <a:off x="-11" y="4558826"/>
              <a:ext cx="883262" cy="242091"/>
              <a:chOff x="2300350" y="2601250"/>
              <a:chExt cx="2275275" cy="623625"/>
            </a:xfrm>
          </p:grpSpPr>
          <p:sp>
            <p:nvSpPr>
              <p:cNvPr id="1538" name="Google Shape;1538;p19"/>
              <p:cNvSpPr/>
              <p:nvPr/>
            </p:nvSpPr>
            <p:spPr>
              <a:xfrm>
                <a:off x="2300350" y="2601250"/>
                <a:ext cx="3921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684" h="24945" extrusionOk="0">
                    <a:moveTo>
                      <a:pt x="12720" y="0"/>
                    </a:moveTo>
                    <a:cubicBezTo>
                      <a:pt x="13337" y="0"/>
                      <a:pt x="14078" y="247"/>
                      <a:pt x="14572" y="741"/>
                    </a:cubicBezTo>
                    <a:cubicBezTo>
                      <a:pt x="15684" y="1852"/>
                      <a:pt x="15684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684" y="21240"/>
                      <a:pt x="15684" y="22845"/>
                      <a:pt x="14572" y="23957"/>
                    </a:cubicBezTo>
                    <a:cubicBezTo>
                      <a:pt x="13584" y="24944"/>
                      <a:pt x="11855" y="24944"/>
                      <a:pt x="10744" y="23957"/>
                    </a:cubicBezTo>
                    <a:lnTo>
                      <a:pt x="1112" y="14325"/>
                    </a:lnTo>
                    <a:cubicBezTo>
                      <a:pt x="1" y="13213"/>
                      <a:pt x="1" y="11484"/>
                      <a:pt x="1112" y="10496"/>
                    </a:cubicBezTo>
                    <a:lnTo>
                      <a:pt x="10744" y="741"/>
                    </a:lnTo>
                    <a:cubicBezTo>
                      <a:pt x="11361" y="247"/>
                      <a:pt x="11979" y="0"/>
                      <a:pt x="1272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9" name="Google Shape;1539;p19"/>
              <p:cNvSpPr/>
              <p:nvPr/>
            </p:nvSpPr>
            <p:spPr>
              <a:xfrm>
                <a:off x="2680075" y="2601250"/>
                <a:ext cx="389025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1" h="24945" extrusionOk="0">
                    <a:moveTo>
                      <a:pt x="12596" y="0"/>
                    </a:moveTo>
                    <a:cubicBezTo>
                      <a:pt x="13337" y="0"/>
                      <a:pt x="13955" y="247"/>
                      <a:pt x="14449" y="741"/>
                    </a:cubicBezTo>
                    <a:cubicBezTo>
                      <a:pt x="15560" y="1852"/>
                      <a:pt x="15560" y="3581"/>
                      <a:pt x="14449" y="4569"/>
                    </a:cubicBezTo>
                    <a:lnTo>
                      <a:pt x="6669" y="12349"/>
                    </a:lnTo>
                    <a:lnTo>
                      <a:pt x="14449" y="20128"/>
                    </a:lnTo>
                    <a:cubicBezTo>
                      <a:pt x="15560" y="21240"/>
                      <a:pt x="15560" y="22845"/>
                      <a:pt x="14449" y="23957"/>
                    </a:cubicBezTo>
                    <a:cubicBezTo>
                      <a:pt x="13461" y="24944"/>
                      <a:pt x="11732" y="24944"/>
                      <a:pt x="10621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621" y="741"/>
                    </a:lnTo>
                    <a:cubicBezTo>
                      <a:pt x="11238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0" name="Google Shape;1540;p19"/>
              <p:cNvSpPr/>
              <p:nvPr/>
            </p:nvSpPr>
            <p:spPr>
              <a:xfrm>
                <a:off x="3056725" y="2601250"/>
                <a:ext cx="3890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0" h="24945" extrusionOk="0">
                    <a:moveTo>
                      <a:pt x="12596" y="0"/>
                    </a:moveTo>
                    <a:cubicBezTo>
                      <a:pt x="13337" y="0"/>
                      <a:pt x="13954" y="247"/>
                      <a:pt x="14448" y="741"/>
                    </a:cubicBezTo>
                    <a:cubicBezTo>
                      <a:pt x="15559" y="1852"/>
                      <a:pt x="15559" y="3581"/>
                      <a:pt x="14448" y="4569"/>
                    </a:cubicBezTo>
                    <a:lnTo>
                      <a:pt x="6792" y="12349"/>
                    </a:lnTo>
                    <a:lnTo>
                      <a:pt x="14448" y="20128"/>
                    </a:lnTo>
                    <a:cubicBezTo>
                      <a:pt x="15559" y="21240"/>
                      <a:pt x="15559" y="22845"/>
                      <a:pt x="14448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1" name="Google Shape;1541;p19"/>
              <p:cNvSpPr/>
              <p:nvPr/>
            </p:nvSpPr>
            <p:spPr>
              <a:xfrm>
                <a:off x="3433350" y="2601250"/>
                <a:ext cx="3890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0" h="24945" extrusionOk="0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2" name="Google Shape;1542;p19"/>
              <p:cNvSpPr/>
              <p:nvPr/>
            </p:nvSpPr>
            <p:spPr>
              <a:xfrm>
                <a:off x="3810000" y="2601250"/>
                <a:ext cx="3890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0" h="24945" extrusionOk="0">
                    <a:moveTo>
                      <a:pt x="12596" y="0"/>
                    </a:moveTo>
                    <a:cubicBezTo>
                      <a:pt x="13337" y="0"/>
                      <a:pt x="13954" y="247"/>
                      <a:pt x="14572" y="741"/>
                    </a:cubicBezTo>
                    <a:cubicBezTo>
                      <a:pt x="15559" y="1852"/>
                      <a:pt x="15559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59" y="21240"/>
                      <a:pt x="15559" y="22845"/>
                      <a:pt x="14572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978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3" name="Google Shape;1543;p19"/>
              <p:cNvSpPr/>
              <p:nvPr/>
            </p:nvSpPr>
            <p:spPr>
              <a:xfrm>
                <a:off x="4186625" y="2601250"/>
                <a:ext cx="3890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0" h="24945" extrusionOk="0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544" name="Google Shape;1544;p19"/>
          <p:cNvGrpSpPr/>
          <p:nvPr/>
        </p:nvGrpSpPr>
        <p:grpSpPr>
          <a:xfrm>
            <a:off x="1852307" y="-114308"/>
            <a:ext cx="1520982" cy="302065"/>
            <a:chOff x="5642557" y="-150670"/>
            <a:chExt cx="1520982" cy="302065"/>
          </a:xfrm>
        </p:grpSpPr>
        <p:sp>
          <p:nvSpPr>
            <p:cNvPr id="1545" name="Google Shape;1545;p19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6" name="Google Shape;1546;p19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7" name="Google Shape;1547;p19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8" name="Google Shape;1548;p19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9" name="Google Shape;1549;p19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50" name="Google Shape;1550;p19"/>
          <p:cNvGrpSpPr/>
          <p:nvPr/>
        </p:nvGrpSpPr>
        <p:grpSpPr>
          <a:xfrm rot="5400000">
            <a:off x="85100" y="1523550"/>
            <a:ext cx="98902" cy="553090"/>
            <a:chOff x="4898850" y="4820550"/>
            <a:chExt cx="98902" cy="553090"/>
          </a:xfrm>
        </p:grpSpPr>
        <p:sp>
          <p:nvSpPr>
            <p:cNvPr id="1551" name="Google Shape;1551;p19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2" name="Google Shape;1552;p19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3" name="Google Shape;1553;p19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4" name="Google Shape;1554;p19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5" name="Google Shape;1555;p19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556" name="Google Shape;1556;p19"/>
          <p:cNvSpPr/>
          <p:nvPr/>
        </p:nvSpPr>
        <p:spPr>
          <a:xfrm>
            <a:off x="471087" y="-1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7" name="Google Shape;1557;p19"/>
          <p:cNvSpPr/>
          <p:nvPr/>
        </p:nvSpPr>
        <p:spPr>
          <a:xfrm>
            <a:off x="-1281605" y="3790979"/>
            <a:ext cx="1994700" cy="6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8" name="Google Shape;1558;p19"/>
          <p:cNvSpPr/>
          <p:nvPr/>
        </p:nvSpPr>
        <p:spPr>
          <a:xfrm rot="10800000">
            <a:off x="8557211" y="3859075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9" name="Google Shape;1559;p19"/>
          <p:cNvSpPr/>
          <p:nvPr/>
        </p:nvSpPr>
        <p:spPr>
          <a:xfrm rot="5400000">
            <a:off x="8206162" y="-34881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560" name="Google Shape;1560;p19"/>
          <p:cNvGrpSpPr/>
          <p:nvPr/>
        </p:nvGrpSpPr>
        <p:grpSpPr>
          <a:xfrm rot="5400000">
            <a:off x="8520259" y="3926674"/>
            <a:ext cx="302065" cy="1520982"/>
            <a:chOff x="-108754" y="2690919"/>
            <a:chExt cx="302065" cy="1520982"/>
          </a:xfrm>
        </p:grpSpPr>
        <p:sp>
          <p:nvSpPr>
            <p:cNvPr id="1561" name="Google Shape;1561;p19"/>
            <p:cNvSpPr/>
            <p:nvPr/>
          </p:nvSpPr>
          <p:spPr>
            <a:xfrm>
              <a:off x="-62388" y="2782841"/>
              <a:ext cx="209364" cy="1335580"/>
            </a:xfrm>
            <a:custGeom>
              <a:avLst/>
              <a:gdLst/>
              <a:ahLst/>
              <a:cxnLst/>
              <a:rect l="l" t="t" r="r" b="b"/>
              <a:pathLst>
                <a:path w="6719" h="42862" fill="none" extrusionOk="0">
                  <a:moveTo>
                    <a:pt x="0" y="42862"/>
                  </a:moveTo>
                  <a:lnTo>
                    <a:pt x="0" y="23799"/>
                  </a:lnTo>
                  <a:lnTo>
                    <a:pt x="6718" y="17056"/>
                  </a:lnTo>
                  <a:lnTo>
                    <a:pt x="6718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2" name="Google Shape;1562;p19"/>
            <p:cNvSpPr/>
            <p:nvPr/>
          </p:nvSpPr>
          <p:spPr>
            <a:xfrm>
              <a:off x="101358" y="2690919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1"/>
                  </a:moveTo>
                  <a:cubicBezTo>
                    <a:pt x="2281" y="1"/>
                    <a:pt x="2951" y="645"/>
                    <a:pt x="2951" y="1463"/>
                  </a:cubicBezTo>
                  <a:cubicBezTo>
                    <a:pt x="2951" y="2281"/>
                    <a:pt x="2281" y="2951"/>
                    <a:pt x="1463" y="2951"/>
                  </a:cubicBezTo>
                  <a:cubicBezTo>
                    <a:pt x="645" y="2951"/>
                    <a:pt x="1" y="2281"/>
                    <a:pt x="1" y="1463"/>
                  </a:cubicBezTo>
                  <a:cubicBezTo>
                    <a:pt x="1" y="645"/>
                    <a:pt x="645" y="1"/>
                    <a:pt x="1463" y="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3" name="Google Shape;1563;p19"/>
            <p:cNvSpPr/>
            <p:nvPr/>
          </p:nvSpPr>
          <p:spPr>
            <a:xfrm>
              <a:off x="125320" y="2714881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4" y="0"/>
                  </a:moveTo>
                  <a:cubicBezTo>
                    <a:pt x="322" y="0"/>
                    <a:pt x="0" y="322"/>
                    <a:pt x="0" y="694"/>
                  </a:cubicBezTo>
                  <a:cubicBezTo>
                    <a:pt x="0" y="1091"/>
                    <a:pt x="322" y="1388"/>
                    <a:pt x="694" y="1388"/>
                  </a:cubicBezTo>
                  <a:cubicBezTo>
                    <a:pt x="1091" y="1388"/>
                    <a:pt x="1388" y="1091"/>
                    <a:pt x="1388" y="694"/>
                  </a:cubicBezTo>
                  <a:cubicBezTo>
                    <a:pt x="1388" y="322"/>
                    <a:pt x="1091" y="0"/>
                    <a:pt x="69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4" name="Google Shape;1564;p19"/>
            <p:cNvSpPr/>
            <p:nvPr/>
          </p:nvSpPr>
          <p:spPr>
            <a:xfrm>
              <a:off x="-108754" y="4119948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88" y="0"/>
                  </a:moveTo>
                  <a:cubicBezTo>
                    <a:pt x="2306" y="0"/>
                    <a:pt x="2951" y="670"/>
                    <a:pt x="2951" y="1463"/>
                  </a:cubicBezTo>
                  <a:cubicBezTo>
                    <a:pt x="2951" y="2281"/>
                    <a:pt x="2306" y="2950"/>
                    <a:pt x="1488" y="2950"/>
                  </a:cubicBezTo>
                  <a:cubicBezTo>
                    <a:pt x="670" y="2950"/>
                    <a:pt x="1" y="2281"/>
                    <a:pt x="1" y="1463"/>
                  </a:cubicBezTo>
                  <a:cubicBezTo>
                    <a:pt x="1" y="670"/>
                    <a:pt x="670" y="0"/>
                    <a:pt x="1488" y="0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5" name="Google Shape;1565;p19"/>
            <p:cNvSpPr/>
            <p:nvPr/>
          </p:nvSpPr>
          <p:spPr>
            <a:xfrm>
              <a:off x="-84013" y="4144658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566" name="Google Shape;1566;p19"/>
          <p:cNvSpPr txBox="1">
            <a:spLocks noGrp="1"/>
          </p:cNvSpPr>
          <p:nvPr>
            <p:ph type="title" idx="4"/>
          </p:nvPr>
        </p:nvSpPr>
        <p:spPr>
          <a:xfrm>
            <a:off x="713100" y="539400"/>
            <a:ext cx="7717800" cy="572700"/>
          </a:xfrm>
          <a:prstGeom prst="rect">
            <a:avLst/>
          </a:prstGeom>
          <a:effectLst>
            <a:outerShdw blurRad="142875" algn="bl" rotWithShape="0">
              <a:schemeClr val="accent2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2">
  <p:cSld name="BLANK_17">
    <p:spTree>
      <p:nvGrpSpPr>
        <p:cNvPr id="1" name="Shape 1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68" name="Google Shape;1568;p20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1569" name="Google Shape;1569;p20"/>
            <p:cNvSpPr/>
            <p:nvPr/>
          </p:nvSpPr>
          <p:spPr>
            <a:xfrm>
              <a:off x="597550" y="4893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0" name="Google Shape;1570;p20"/>
            <p:cNvSpPr/>
            <p:nvPr/>
          </p:nvSpPr>
          <p:spPr>
            <a:xfrm>
              <a:off x="597550" y="4780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1" name="Google Shape;1571;p20"/>
            <p:cNvSpPr/>
            <p:nvPr/>
          </p:nvSpPr>
          <p:spPr>
            <a:xfrm>
              <a:off x="597550" y="46671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2" name="Google Shape;1572;p20"/>
            <p:cNvSpPr/>
            <p:nvPr/>
          </p:nvSpPr>
          <p:spPr>
            <a:xfrm>
              <a:off x="597550" y="4553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3" name="Google Shape;1573;p20"/>
            <p:cNvSpPr/>
            <p:nvPr/>
          </p:nvSpPr>
          <p:spPr>
            <a:xfrm>
              <a:off x="597550" y="4441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4" name="Google Shape;1574;p20"/>
            <p:cNvSpPr/>
            <p:nvPr/>
          </p:nvSpPr>
          <p:spPr>
            <a:xfrm>
              <a:off x="597550" y="4328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5" name="Google Shape;1575;p20"/>
            <p:cNvSpPr/>
            <p:nvPr/>
          </p:nvSpPr>
          <p:spPr>
            <a:xfrm>
              <a:off x="597550" y="42150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6" name="Google Shape;1576;p20"/>
            <p:cNvSpPr/>
            <p:nvPr/>
          </p:nvSpPr>
          <p:spPr>
            <a:xfrm>
              <a:off x="597550" y="4101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7" name="Google Shape;1577;p20"/>
            <p:cNvSpPr/>
            <p:nvPr/>
          </p:nvSpPr>
          <p:spPr>
            <a:xfrm>
              <a:off x="597550" y="3988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8" name="Google Shape;1578;p20"/>
            <p:cNvSpPr/>
            <p:nvPr/>
          </p:nvSpPr>
          <p:spPr>
            <a:xfrm>
              <a:off x="597550" y="3875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9" name="Google Shape;1579;p20"/>
            <p:cNvSpPr/>
            <p:nvPr/>
          </p:nvSpPr>
          <p:spPr>
            <a:xfrm>
              <a:off x="597550" y="3762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0" name="Google Shape;1580;p20"/>
            <p:cNvSpPr/>
            <p:nvPr/>
          </p:nvSpPr>
          <p:spPr>
            <a:xfrm>
              <a:off x="597550" y="36496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1" name="Google Shape;1581;p20"/>
            <p:cNvSpPr/>
            <p:nvPr/>
          </p:nvSpPr>
          <p:spPr>
            <a:xfrm>
              <a:off x="597550" y="35364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2" name="Google Shape;1582;p20"/>
            <p:cNvSpPr/>
            <p:nvPr/>
          </p:nvSpPr>
          <p:spPr>
            <a:xfrm>
              <a:off x="597550" y="34232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3" name="Google Shape;1583;p20"/>
            <p:cNvSpPr/>
            <p:nvPr/>
          </p:nvSpPr>
          <p:spPr>
            <a:xfrm>
              <a:off x="597550" y="33100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4" name="Google Shape;1584;p20"/>
            <p:cNvSpPr/>
            <p:nvPr/>
          </p:nvSpPr>
          <p:spPr>
            <a:xfrm>
              <a:off x="597550" y="31967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5" name="Google Shape;1585;p20"/>
            <p:cNvSpPr/>
            <p:nvPr/>
          </p:nvSpPr>
          <p:spPr>
            <a:xfrm>
              <a:off x="597550" y="30835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6" name="Google Shape;1586;p20"/>
            <p:cNvSpPr/>
            <p:nvPr/>
          </p:nvSpPr>
          <p:spPr>
            <a:xfrm>
              <a:off x="597550" y="29703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7" name="Google Shape;1587;p20"/>
            <p:cNvSpPr/>
            <p:nvPr/>
          </p:nvSpPr>
          <p:spPr>
            <a:xfrm>
              <a:off x="597550" y="28578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8" name="Google Shape;1588;p20"/>
            <p:cNvSpPr/>
            <p:nvPr/>
          </p:nvSpPr>
          <p:spPr>
            <a:xfrm>
              <a:off x="597550" y="27446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9" name="Google Shape;1589;p20"/>
            <p:cNvSpPr/>
            <p:nvPr/>
          </p:nvSpPr>
          <p:spPr>
            <a:xfrm>
              <a:off x="597550" y="263140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0" name="Google Shape;1590;p20"/>
            <p:cNvSpPr/>
            <p:nvPr/>
          </p:nvSpPr>
          <p:spPr>
            <a:xfrm>
              <a:off x="597550" y="251817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1" name="Google Shape;1591;p20"/>
            <p:cNvSpPr/>
            <p:nvPr/>
          </p:nvSpPr>
          <p:spPr>
            <a:xfrm>
              <a:off x="597550" y="24049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2" name="Google Shape;1592;p20"/>
            <p:cNvSpPr/>
            <p:nvPr/>
          </p:nvSpPr>
          <p:spPr>
            <a:xfrm>
              <a:off x="597550" y="22917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3" name="Google Shape;1593;p20"/>
            <p:cNvSpPr/>
            <p:nvPr/>
          </p:nvSpPr>
          <p:spPr>
            <a:xfrm>
              <a:off x="597550" y="21792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4" name="Google Shape;1594;p20"/>
            <p:cNvSpPr/>
            <p:nvPr/>
          </p:nvSpPr>
          <p:spPr>
            <a:xfrm>
              <a:off x="597550" y="20660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5" name="Google Shape;1595;p20"/>
            <p:cNvSpPr/>
            <p:nvPr/>
          </p:nvSpPr>
          <p:spPr>
            <a:xfrm>
              <a:off x="597550" y="19528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6" name="Google Shape;1596;p20"/>
            <p:cNvSpPr/>
            <p:nvPr/>
          </p:nvSpPr>
          <p:spPr>
            <a:xfrm>
              <a:off x="597550" y="1839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7" name="Google Shape;1597;p20"/>
            <p:cNvSpPr/>
            <p:nvPr/>
          </p:nvSpPr>
          <p:spPr>
            <a:xfrm>
              <a:off x="597550" y="1726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8" name="Google Shape;1598;p20"/>
            <p:cNvSpPr/>
            <p:nvPr/>
          </p:nvSpPr>
          <p:spPr>
            <a:xfrm>
              <a:off x="597550" y="16131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9" name="Google Shape;1599;p20"/>
            <p:cNvSpPr/>
            <p:nvPr/>
          </p:nvSpPr>
          <p:spPr>
            <a:xfrm>
              <a:off x="597550" y="1499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0" name="Google Shape;1600;p20"/>
            <p:cNvSpPr/>
            <p:nvPr/>
          </p:nvSpPr>
          <p:spPr>
            <a:xfrm>
              <a:off x="597550" y="1387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1" name="Google Shape;1601;p20"/>
            <p:cNvSpPr/>
            <p:nvPr/>
          </p:nvSpPr>
          <p:spPr>
            <a:xfrm>
              <a:off x="597550" y="1274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2" name="Google Shape;1602;p20"/>
            <p:cNvSpPr/>
            <p:nvPr/>
          </p:nvSpPr>
          <p:spPr>
            <a:xfrm>
              <a:off x="597550" y="11610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3" name="Google Shape;1603;p20"/>
            <p:cNvSpPr/>
            <p:nvPr/>
          </p:nvSpPr>
          <p:spPr>
            <a:xfrm>
              <a:off x="597550" y="1047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4" name="Google Shape;1604;p20"/>
            <p:cNvSpPr/>
            <p:nvPr/>
          </p:nvSpPr>
          <p:spPr>
            <a:xfrm>
              <a:off x="597550" y="934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5" name="Google Shape;1605;p20"/>
            <p:cNvSpPr/>
            <p:nvPr/>
          </p:nvSpPr>
          <p:spPr>
            <a:xfrm>
              <a:off x="597550" y="821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6" name="Google Shape;1606;p20"/>
            <p:cNvSpPr/>
            <p:nvPr/>
          </p:nvSpPr>
          <p:spPr>
            <a:xfrm>
              <a:off x="597550" y="708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07" name="Google Shape;1607;p20"/>
          <p:cNvSpPr txBox="1">
            <a:spLocks noGrp="1"/>
          </p:cNvSpPr>
          <p:nvPr>
            <p:ph type="subTitle" idx="1"/>
          </p:nvPr>
        </p:nvSpPr>
        <p:spPr>
          <a:xfrm>
            <a:off x="713100" y="1461275"/>
            <a:ext cx="3746700" cy="27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608" name="Google Shape;1608;p20"/>
          <p:cNvSpPr txBox="1">
            <a:spLocks noGrp="1"/>
          </p:cNvSpPr>
          <p:nvPr>
            <p:ph type="subTitle" idx="2"/>
          </p:nvPr>
        </p:nvSpPr>
        <p:spPr>
          <a:xfrm>
            <a:off x="4684200" y="1461275"/>
            <a:ext cx="3746700" cy="170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grpSp>
        <p:nvGrpSpPr>
          <p:cNvPr id="1609" name="Google Shape;1609;p20"/>
          <p:cNvGrpSpPr/>
          <p:nvPr/>
        </p:nvGrpSpPr>
        <p:grpSpPr>
          <a:xfrm>
            <a:off x="1455" y="-88864"/>
            <a:ext cx="586800" cy="1284435"/>
            <a:chOff x="1455" y="-88864"/>
            <a:chExt cx="586800" cy="1284435"/>
          </a:xfrm>
        </p:grpSpPr>
        <p:sp>
          <p:nvSpPr>
            <p:cNvPr id="1610" name="Google Shape;1610;p20"/>
            <p:cNvSpPr/>
            <p:nvPr/>
          </p:nvSpPr>
          <p:spPr>
            <a:xfrm>
              <a:off x="1455" y="-88855"/>
              <a:ext cx="586800" cy="1284425"/>
            </a:xfrm>
            <a:prstGeom prst="flowChartOffpageConnector">
              <a:avLst/>
            </a:prstGeom>
            <a:gradFill>
              <a:gsLst>
                <a:gs pos="0">
                  <a:schemeClr val="accent4"/>
                </a:gs>
                <a:gs pos="100000">
                  <a:schemeClr val="lt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611" name="Google Shape;1611;p20"/>
            <p:cNvGrpSpPr/>
            <p:nvPr/>
          </p:nvGrpSpPr>
          <p:grpSpPr>
            <a:xfrm rot="-5400000">
              <a:off x="-146785" y="231721"/>
              <a:ext cx="883262" cy="242091"/>
              <a:chOff x="2300350" y="2601250"/>
              <a:chExt cx="2275275" cy="623625"/>
            </a:xfrm>
          </p:grpSpPr>
          <p:sp>
            <p:nvSpPr>
              <p:cNvPr id="1612" name="Google Shape;1612;p20"/>
              <p:cNvSpPr/>
              <p:nvPr/>
            </p:nvSpPr>
            <p:spPr>
              <a:xfrm>
                <a:off x="2300350" y="2601250"/>
                <a:ext cx="3921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684" h="24945" extrusionOk="0">
                    <a:moveTo>
                      <a:pt x="12720" y="0"/>
                    </a:moveTo>
                    <a:cubicBezTo>
                      <a:pt x="13337" y="0"/>
                      <a:pt x="14078" y="247"/>
                      <a:pt x="14572" y="741"/>
                    </a:cubicBezTo>
                    <a:cubicBezTo>
                      <a:pt x="15684" y="1852"/>
                      <a:pt x="15684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684" y="21240"/>
                      <a:pt x="15684" y="22845"/>
                      <a:pt x="14572" y="23957"/>
                    </a:cubicBezTo>
                    <a:cubicBezTo>
                      <a:pt x="13584" y="24944"/>
                      <a:pt x="11855" y="24944"/>
                      <a:pt x="10744" y="23957"/>
                    </a:cubicBezTo>
                    <a:lnTo>
                      <a:pt x="1112" y="14325"/>
                    </a:lnTo>
                    <a:cubicBezTo>
                      <a:pt x="1" y="13213"/>
                      <a:pt x="1" y="11484"/>
                      <a:pt x="1112" y="10496"/>
                    </a:cubicBezTo>
                    <a:lnTo>
                      <a:pt x="10744" y="741"/>
                    </a:lnTo>
                    <a:cubicBezTo>
                      <a:pt x="11361" y="247"/>
                      <a:pt x="11979" y="0"/>
                      <a:pt x="1272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3" name="Google Shape;1613;p20"/>
              <p:cNvSpPr/>
              <p:nvPr/>
            </p:nvSpPr>
            <p:spPr>
              <a:xfrm>
                <a:off x="2680075" y="2601250"/>
                <a:ext cx="389025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1" h="24945" extrusionOk="0">
                    <a:moveTo>
                      <a:pt x="12596" y="0"/>
                    </a:moveTo>
                    <a:cubicBezTo>
                      <a:pt x="13337" y="0"/>
                      <a:pt x="13955" y="247"/>
                      <a:pt x="14449" y="741"/>
                    </a:cubicBezTo>
                    <a:cubicBezTo>
                      <a:pt x="15560" y="1852"/>
                      <a:pt x="15560" y="3581"/>
                      <a:pt x="14449" y="4569"/>
                    </a:cubicBezTo>
                    <a:lnTo>
                      <a:pt x="6669" y="12349"/>
                    </a:lnTo>
                    <a:lnTo>
                      <a:pt x="14449" y="20128"/>
                    </a:lnTo>
                    <a:cubicBezTo>
                      <a:pt x="15560" y="21240"/>
                      <a:pt x="15560" y="22845"/>
                      <a:pt x="14449" y="23957"/>
                    </a:cubicBezTo>
                    <a:cubicBezTo>
                      <a:pt x="13461" y="24944"/>
                      <a:pt x="11732" y="24944"/>
                      <a:pt x="10621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621" y="741"/>
                    </a:lnTo>
                    <a:cubicBezTo>
                      <a:pt x="11238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4" name="Google Shape;1614;p20"/>
              <p:cNvSpPr/>
              <p:nvPr/>
            </p:nvSpPr>
            <p:spPr>
              <a:xfrm>
                <a:off x="3056725" y="2601250"/>
                <a:ext cx="3890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0" h="24945" extrusionOk="0">
                    <a:moveTo>
                      <a:pt x="12596" y="0"/>
                    </a:moveTo>
                    <a:cubicBezTo>
                      <a:pt x="13337" y="0"/>
                      <a:pt x="13954" y="247"/>
                      <a:pt x="14448" y="741"/>
                    </a:cubicBezTo>
                    <a:cubicBezTo>
                      <a:pt x="15559" y="1852"/>
                      <a:pt x="15559" y="3581"/>
                      <a:pt x="14448" y="4569"/>
                    </a:cubicBezTo>
                    <a:lnTo>
                      <a:pt x="6792" y="12349"/>
                    </a:lnTo>
                    <a:lnTo>
                      <a:pt x="14448" y="20128"/>
                    </a:lnTo>
                    <a:cubicBezTo>
                      <a:pt x="15559" y="21240"/>
                      <a:pt x="15559" y="22845"/>
                      <a:pt x="14448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5" name="Google Shape;1615;p20"/>
              <p:cNvSpPr/>
              <p:nvPr/>
            </p:nvSpPr>
            <p:spPr>
              <a:xfrm>
                <a:off x="3433350" y="2601250"/>
                <a:ext cx="3890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0" h="24945" extrusionOk="0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6" name="Google Shape;1616;p20"/>
              <p:cNvSpPr/>
              <p:nvPr/>
            </p:nvSpPr>
            <p:spPr>
              <a:xfrm>
                <a:off x="3810000" y="2601250"/>
                <a:ext cx="3890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0" h="24945" extrusionOk="0">
                    <a:moveTo>
                      <a:pt x="12596" y="0"/>
                    </a:moveTo>
                    <a:cubicBezTo>
                      <a:pt x="13337" y="0"/>
                      <a:pt x="13954" y="247"/>
                      <a:pt x="14572" y="741"/>
                    </a:cubicBezTo>
                    <a:cubicBezTo>
                      <a:pt x="15559" y="1852"/>
                      <a:pt x="15559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59" y="21240"/>
                      <a:pt x="15559" y="22845"/>
                      <a:pt x="14572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978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7" name="Google Shape;1617;p20"/>
              <p:cNvSpPr/>
              <p:nvPr/>
            </p:nvSpPr>
            <p:spPr>
              <a:xfrm>
                <a:off x="4186625" y="2601250"/>
                <a:ext cx="3890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0" h="24945" extrusionOk="0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618" name="Google Shape;1618;p20"/>
          <p:cNvGrpSpPr/>
          <p:nvPr/>
        </p:nvGrpSpPr>
        <p:grpSpPr>
          <a:xfrm rot="5400000">
            <a:off x="6254700" y="-51175"/>
            <a:ext cx="98902" cy="553090"/>
            <a:chOff x="4898850" y="4820550"/>
            <a:chExt cx="98902" cy="553090"/>
          </a:xfrm>
        </p:grpSpPr>
        <p:sp>
          <p:nvSpPr>
            <p:cNvPr id="1619" name="Google Shape;1619;p20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0" name="Google Shape;1620;p20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1" name="Google Shape;1621;p20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2" name="Google Shape;1622;p20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3" name="Google Shape;1623;p20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24" name="Google Shape;1624;p20"/>
          <p:cNvGrpSpPr/>
          <p:nvPr/>
        </p:nvGrpSpPr>
        <p:grpSpPr>
          <a:xfrm rot="5400000">
            <a:off x="975" y="4180500"/>
            <a:ext cx="98902" cy="553090"/>
            <a:chOff x="4898850" y="4820550"/>
            <a:chExt cx="98902" cy="553090"/>
          </a:xfrm>
        </p:grpSpPr>
        <p:sp>
          <p:nvSpPr>
            <p:cNvPr id="1625" name="Google Shape;1625;p20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6" name="Google Shape;1626;p20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7" name="Google Shape;1627;p20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8" name="Google Shape;1628;p20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9" name="Google Shape;1629;p20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30" name="Google Shape;1630;p20"/>
          <p:cNvGrpSpPr/>
          <p:nvPr/>
        </p:nvGrpSpPr>
        <p:grpSpPr>
          <a:xfrm flipH="1">
            <a:off x="-799254" y="4748605"/>
            <a:ext cx="1823016" cy="196994"/>
            <a:chOff x="7857346" y="4002005"/>
            <a:chExt cx="1823016" cy="196994"/>
          </a:xfrm>
        </p:grpSpPr>
        <p:sp>
          <p:nvSpPr>
            <p:cNvPr id="1631" name="Google Shape;1631;p20"/>
            <p:cNvSpPr/>
            <p:nvPr/>
          </p:nvSpPr>
          <p:spPr>
            <a:xfrm>
              <a:off x="7956216" y="4048371"/>
              <a:ext cx="1724145" cy="150627"/>
            </a:xfrm>
            <a:custGeom>
              <a:avLst/>
              <a:gdLst/>
              <a:ahLst/>
              <a:cxnLst/>
              <a:rect l="l" t="t" r="r" b="b"/>
              <a:pathLst>
                <a:path w="55332" h="4834" fill="none" extrusionOk="0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2" name="Google Shape;1632;p20"/>
            <p:cNvSpPr/>
            <p:nvPr/>
          </p:nvSpPr>
          <p:spPr>
            <a:xfrm>
              <a:off x="7857346" y="400200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3" name="Google Shape;1633;p20"/>
            <p:cNvSpPr/>
            <p:nvPr/>
          </p:nvSpPr>
          <p:spPr>
            <a:xfrm>
              <a:off x="7882087" y="4026715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34" name="Google Shape;1634;p20"/>
          <p:cNvSpPr/>
          <p:nvPr/>
        </p:nvSpPr>
        <p:spPr>
          <a:xfrm rot="10800000">
            <a:off x="8557211" y="4011475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635" name="Google Shape;1635;p20"/>
          <p:cNvGrpSpPr/>
          <p:nvPr/>
        </p:nvGrpSpPr>
        <p:grpSpPr>
          <a:xfrm rot="5400000">
            <a:off x="8520259" y="4079074"/>
            <a:ext cx="302065" cy="1520982"/>
            <a:chOff x="-108754" y="2690919"/>
            <a:chExt cx="302065" cy="1520982"/>
          </a:xfrm>
        </p:grpSpPr>
        <p:sp>
          <p:nvSpPr>
            <p:cNvPr id="1636" name="Google Shape;1636;p20"/>
            <p:cNvSpPr/>
            <p:nvPr/>
          </p:nvSpPr>
          <p:spPr>
            <a:xfrm>
              <a:off x="-62388" y="2782841"/>
              <a:ext cx="209364" cy="1335580"/>
            </a:xfrm>
            <a:custGeom>
              <a:avLst/>
              <a:gdLst/>
              <a:ahLst/>
              <a:cxnLst/>
              <a:rect l="l" t="t" r="r" b="b"/>
              <a:pathLst>
                <a:path w="6719" h="42862" fill="none" extrusionOk="0">
                  <a:moveTo>
                    <a:pt x="0" y="42862"/>
                  </a:moveTo>
                  <a:lnTo>
                    <a:pt x="0" y="23799"/>
                  </a:lnTo>
                  <a:lnTo>
                    <a:pt x="6718" y="17056"/>
                  </a:lnTo>
                  <a:lnTo>
                    <a:pt x="6718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7" name="Google Shape;1637;p20"/>
            <p:cNvSpPr/>
            <p:nvPr/>
          </p:nvSpPr>
          <p:spPr>
            <a:xfrm>
              <a:off x="101358" y="2690919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1"/>
                  </a:moveTo>
                  <a:cubicBezTo>
                    <a:pt x="2281" y="1"/>
                    <a:pt x="2951" y="645"/>
                    <a:pt x="2951" y="1463"/>
                  </a:cubicBezTo>
                  <a:cubicBezTo>
                    <a:pt x="2951" y="2281"/>
                    <a:pt x="2281" y="2951"/>
                    <a:pt x="1463" y="2951"/>
                  </a:cubicBezTo>
                  <a:cubicBezTo>
                    <a:pt x="645" y="2951"/>
                    <a:pt x="1" y="2281"/>
                    <a:pt x="1" y="1463"/>
                  </a:cubicBezTo>
                  <a:cubicBezTo>
                    <a:pt x="1" y="645"/>
                    <a:pt x="645" y="1"/>
                    <a:pt x="1463" y="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8" name="Google Shape;1638;p20"/>
            <p:cNvSpPr/>
            <p:nvPr/>
          </p:nvSpPr>
          <p:spPr>
            <a:xfrm>
              <a:off x="125320" y="2714881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4" y="0"/>
                  </a:moveTo>
                  <a:cubicBezTo>
                    <a:pt x="322" y="0"/>
                    <a:pt x="0" y="322"/>
                    <a:pt x="0" y="694"/>
                  </a:cubicBezTo>
                  <a:cubicBezTo>
                    <a:pt x="0" y="1091"/>
                    <a:pt x="322" y="1388"/>
                    <a:pt x="694" y="1388"/>
                  </a:cubicBezTo>
                  <a:cubicBezTo>
                    <a:pt x="1091" y="1388"/>
                    <a:pt x="1388" y="1091"/>
                    <a:pt x="1388" y="694"/>
                  </a:cubicBezTo>
                  <a:cubicBezTo>
                    <a:pt x="1388" y="322"/>
                    <a:pt x="1091" y="0"/>
                    <a:pt x="69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9" name="Google Shape;1639;p20"/>
            <p:cNvSpPr/>
            <p:nvPr/>
          </p:nvSpPr>
          <p:spPr>
            <a:xfrm>
              <a:off x="-108754" y="4119948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88" y="0"/>
                  </a:moveTo>
                  <a:cubicBezTo>
                    <a:pt x="2306" y="0"/>
                    <a:pt x="2951" y="670"/>
                    <a:pt x="2951" y="1463"/>
                  </a:cubicBezTo>
                  <a:cubicBezTo>
                    <a:pt x="2951" y="2281"/>
                    <a:pt x="2306" y="2950"/>
                    <a:pt x="1488" y="2950"/>
                  </a:cubicBezTo>
                  <a:cubicBezTo>
                    <a:pt x="670" y="2950"/>
                    <a:pt x="1" y="2281"/>
                    <a:pt x="1" y="1463"/>
                  </a:cubicBezTo>
                  <a:cubicBezTo>
                    <a:pt x="1" y="670"/>
                    <a:pt x="670" y="0"/>
                    <a:pt x="1488" y="0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0" name="Google Shape;1640;p20"/>
            <p:cNvSpPr/>
            <p:nvPr/>
          </p:nvSpPr>
          <p:spPr>
            <a:xfrm>
              <a:off x="-84013" y="4144658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41" name="Google Shape;1641;p20"/>
          <p:cNvGrpSpPr/>
          <p:nvPr/>
        </p:nvGrpSpPr>
        <p:grpSpPr>
          <a:xfrm>
            <a:off x="1434676" y="384506"/>
            <a:ext cx="1252897" cy="51000"/>
            <a:chOff x="2915381" y="4104819"/>
            <a:chExt cx="1252897" cy="51000"/>
          </a:xfrm>
        </p:grpSpPr>
        <p:sp>
          <p:nvSpPr>
            <p:cNvPr id="1642" name="Google Shape;1642;p20"/>
            <p:cNvSpPr/>
            <p:nvPr/>
          </p:nvSpPr>
          <p:spPr>
            <a:xfrm>
              <a:off x="2915381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3" name="Google Shape;1643;p20"/>
            <p:cNvSpPr/>
            <p:nvPr/>
          </p:nvSpPr>
          <p:spPr>
            <a:xfrm>
              <a:off x="3007850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4" name="Google Shape;1644;p20"/>
            <p:cNvSpPr/>
            <p:nvPr/>
          </p:nvSpPr>
          <p:spPr>
            <a:xfrm>
              <a:off x="3100319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5" name="Google Shape;1645;p20"/>
            <p:cNvSpPr/>
            <p:nvPr/>
          </p:nvSpPr>
          <p:spPr>
            <a:xfrm>
              <a:off x="3192788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6" name="Google Shape;1646;p20"/>
            <p:cNvSpPr/>
            <p:nvPr/>
          </p:nvSpPr>
          <p:spPr>
            <a:xfrm>
              <a:off x="328525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7" name="Google Shape;1647;p20"/>
            <p:cNvSpPr/>
            <p:nvPr/>
          </p:nvSpPr>
          <p:spPr>
            <a:xfrm>
              <a:off x="3377726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8" name="Google Shape;1648;p20"/>
            <p:cNvSpPr/>
            <p:nvPr/>
          </p:nvSpPr>
          <p:spPr>
            <a:xfrm>
              <a:off x="3470195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9" name="Google Shape;1649;p20"/>
            <p:cNvSpPr/>
            <p:nvPr/>
          </p:nvSpPr>
          <p:spPr>
            <a:xfrm>
              <a:off x="3562664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0" name="Google Shape;1650;p20"/>
            <p:cNvSpPr/>
            <p:nvPr/>
          </p:nvSpPr>
          <p:spPr>
            <a:xfrm>
              <a:off x="3655133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1" name="Google Shape;1651;p20"/>
            <p:cNvSpPr/>
            <p:nvPr/>
          </p:nvSpPr>
          <p:spPr>
            <a:xfrm>
              <a:off x="3747602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2" name="Google Shape;1652;p20"/>
            <p:cNvSpPr/>
            <p:nvPr/>
          </p:nvSpPr>
          <p:spPr>
            <a:xfrm>
              <a:off x="38400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3" name="Google Shape;1653;p20"/>
            <p:cNvSpPr/>
            <p:nvPr/>
          </p:nvSpPr>
          <p:spPr>
            <a:xfrm>
              <a:off x="39324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4" name="Google Shape;1654;p20"/>
            <p:cNvSpPr/>
            <p:nvPr/>
          </p:nvSpPr>
          <p:spPr>
            <a:xfrm>
              <a:off x="40248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5" name="Google Shape;1655;p20"/>
            <p:cNvSpPr/>
            <p:nvPr/>
          </p:nvSpPr>
          <p:spPr>
            <a:xfrm>
              <a:off x="41172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56" name="Google Shape;1656;p20"/>
          <p:cNvSpPr txBox="1">
            <a:spLocks noGrp="1"/>
          </p:cNvSpPr>
          <p:nvPr>
            <p:ph type="title"/>
          </p:nvPr>
        </p:nvSpPr>
        <p:spPr>
          <a:xfrm>
            <a:off x="713100" y="539400"/>
            <a:ext cx="7717800" cy="572700"/>
          </a:xfrm>
          <a:prstGeom prst="rect">
            <a:avLst/>
          </a:prstGeom>
          <a:effectLst>
            <a:outerShdw blurRad="142875" algn="bl" rotWithShape="0">
              <a:schemeClr val="accent2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BLANK_5">
    <p:spTree>
      <p:nvGrpSpPr>
        <p:cNvPr id="1" name="Shape 1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58" name="Google Shape;1658;p21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1659" name="Google Shape;1659;p21"/>
            <p:cNvSpPr/>
            <p:nvPr/>
          </p:nvSpPr>
          <p:spPr>
            <a:xfrm>
              <a:off x="597550" y="4893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0" name="Google Shape;1660;p21"/>
            <p:cNvSpPr/>
            <p:nvPr/>
          </p:nvSpPr>
          <p:spPr>
            <a:xfrm>
              <a:off x="597550" y="4780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1" name="Google Shape;1661;p21"/>
            <p:cNvSpPr/>
            <p:nvPr/>
          </p:nvSpPr>
          <p:spPr>
            <a:xfrm>
              <a:off x="597550" y="46671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2" name="Google Shape;1662;p21"/>
            <p:cNvSpPr/>
            <p:nvPr/>
          </p:nvSpPr>
          <p:spPr>
            <a:xfrm>
              <a:off x="597550" y="4553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3" name="Google Shape;1663;p21"/>
            <p:cNvSpPr/>
            <p:nvPr/>
          </p:nvSpPr>
          <p:spPr>
            <a:xfrm>
              <a:off x="597550" y="4441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4" name="Google Shape;1664;p21"/>
            <p:cNvSpPr/>
            <p:nvPr/>
          </p:nvSpPr>
          <p:spPr>
            <a:xfrm>
              <a:off x="597550" y="4328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5" name="Google Shape;1665;p21"/>
            <p:cNvSpPr/>
            <p:nvPr/>
          </p:nvSpPr>
          <p:spPr>
            <a:xfrm>
              <a:off x="597550" y="42150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6" name="Google Shape;1666;p21"/>
            <p:cNvSpPr/>
            <p:nvPr/>
          </p:nvSpPr>
          <p:spPr>
            <a:xfrm>
              <a:off x="597550" y="4101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7" name="Google Shape;1667;p21"/>
            <p:cNvSpPr/>
            <p:nvPr/>
          </p:nvSpPr>
          <p:spPr>
            <a:xfrm>
              <a:off x="597550" y="3988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8" name="Google Shape;1668;p21"/>
            <p:cNvSpPr/>
            <p:nvPr/>
          </p:nvSpPr>
          <p:spPr>
            <a:xfrm>
              <a:off x="597550" y="3875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9" name="Google Shape;1669;p21"/>
            <p:cNvSpPr/>
            <p:nvPr/>
          </p:nvSpPr>
          <p:spPr>
            <a:xfrm>
              <a:off x="597550" y="3762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0" name="Google Shape;1670;p21"/>
            <p:cNvSpPr/>
            <p:nvPr/>
          </p:nvSpPr>
          <p:spPr>
            <a:xfrm>
              <a:off x="597550" y="36496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1" name="Google Shape;1671;p21"/>
            <p:cNvSpPr/>
            <p:nvPr/>
          </p:nvSpPr>
          <p:spPr>
            <a:xfrm>
              <a:off x="597550" y="35364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2" name="Google Shape;1672;p21"/>
            <p:cNvSpPr/>
            <p:nvPr/>
          </p:nvSpPr>
          <p:spPr>
            <a:xfrm>
              <a:off x="597550" y="34232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3" name="Google Shape;1673;p21"/>
            <p:cNvSpPr/>
            <p:nvPr/>
          </p:nvSpPr>
          <p:spPr>
            <a:xfrm>
              <a:off x="597550" y="33100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4" name="Google Shape;1674;p21"/>
            <p:cNvSpPr/>
            <p:nvPr/>
          </p:nvSpPr>
          <p:spPr>
            <a:xfrm>
              <a:off x="597550" y="31967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5" name="Google Shape;1675;p21"/>
            <p:cNvSpPr/>
            <p:nvPr/>
          </p:nvSpPr>
          <p:spPr>
            <a:xfrm>
              <a:off x="597550" y="30835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6" name="Google Shape;1676;p21"/>
            <p:cNvSpPr/>
            <p:nvPr/>
          </p:nvSpPr>
          <p:spPr>
            <a:xfrm>
              <a:off x="597550" y="29703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7" name="Google Shape;1677;p21"/>
            <p:cNvSpPr/>
            <p:nvPr/>
          </p:nvSpPr>
          <p:spPr>
            <a:xfrm>
              <a:off x="597550" y="28578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8" name="Google Shape;1678;p21"/>
            <p:cNvSpPr/>
            <p:nvPr/>
          </p:nvSpPr>
          <p:spPr>
            <a:xfrm>
              <a:off x="597550" y="27446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9" name="Google Shape;1679;p21"/>
            <p:cNvSpPr/>
            <p:nvPr/>
          </p:nvSpPr>
          <p:spPr>
            <a:xfrm>
              <a:off x="597550" y="263140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0" name="Google Shape;1680;p21"/>
            <p:cNvSpPr/>
            <p:nvPr/>
          </p:nvSpPr>
          <p:spPr>
            <a:xfrm>
              <a:off x="597550" y="251817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1" name="Google Shape;1681;p21"/>
            <p:cNvSpPr/>
            <p:nvPr/>
          </p:nvSpPr>
          <p:spPr>
            <a:xfrm>
              <a:off x="597550" y="24049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2" name="Google Shape;1682;p21"/>
            <p:cNvSpPr/>
            <p:nvPr/>
          </p:nvSpPr>
          <p:spPr>
            <a:xfrm>
              <a:off x="597550" y="22917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3" name="Google Shape;1683;p21"/>
            <p:cNvSpPr/>
            <p:nvPr/>
          </p:nvSpPr>
          <p:spPr>
            <a:xfrm>
              <a:off x="597550" y="21792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4" name="Google Shape;1684;p21"/>
            <p:cNvSpPr/>
            <p:nvPr/>
          </p:nvSpPr>
          <p:spPr>
            <a:xfrm>
              <a:off x="597550" y="20660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5" name="Google Shape;1685;p21"/>
            <p:cNvSpPr/>
            <p:nvPr/>
          </p:nvSpPr>
          <p:spPr>
            <a:xfrm>
              <a:off x="597550" y="19528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6" name="Google Shape;1686;p21"/>
            <p:cNvSpPr/>
            <p:nvPr/>
          </p:nvSpPr>
          <p:spPr>
            <a:xfrm>
              <a:off x="597550" y="1839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7" name="Google Shape;1687;p21"/>
            <p:cNvSpPr/>
            <p:nvPr/>
          </p:nvSpPr>
          <p:spPr>
            <a:xfrm>
              <a:off x="597550" y="1726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8" name="Google Shape;1688;p21"/>
            <p:cNvSpPr/>
            <p:nvPr/>
          </p:nvSpPr>
          <p:spPr>
            <a:xfrm>
              <a:off x="597550" y="16131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9" name="Google Shape;1689;p21"/>
            <p:cNvSpPr/>
            <p:nvPr/>
          </p:nvSpPr>
          <p:spPr>
            <a:xfrm>
              <a:off x="597550" y="1499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0" name="Google Shape;1690;p21"/>
            <p:cNvSpPr/>
            <p:nvPr/>
          </p:nvSpPr>
          <p:spPr>
            <a:xfrm>
              <a:off x="597550" y="1387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1" name="Google Shape;1691;p21"/>
            <p:cNvSpPr/>
            <p:nvPr/>
          </p:nvSpPr>
          <p:spPr>
            <a:xfrm>
              <a:off x="597550" y="1274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2" name="Google Shape;1692;p21"/>
            <p:cNvSpPr/>
            <p:nvPr/>
          </p:nvSpPr>
          <p:spPr>
            <a:xfrm>
              <a:off x="597550" y="11610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3" name="Google Shape;1693;p21"/>
            <p:cNvSpPr/>
            <p:nvPr/>
          </p:nvSpPr>
          <p:spPr>
            <a:xfrm>
              <a:off x="597550" y="1047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4" name="Google Shape;1694;p21"/>
            <p:cNvSpPr/>
            <p:nvPr/>
          </p:nvSpPr>
          <p:spPr>
            <a:xfrm>
              <a:off x="597550" y="934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5" name="Google Shape;1695;p21"/>
            <p:cNvSpPr/>
            <p:nvPr/>
          </p:nvSpPr>
          <p:spPr>
            <a:xfrm>
              <a:off x="597550" y="821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6" name="Google Shape;1696;p21"/>
            <p:cNvSpPr/>
            <p:nvPr/>
          </p:nvSpPr>
          <p:spPr>
            <a:xfrm>
              <a:off x="597550" y="708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97" name="Google Shape;1697;p21"/>
          <p:cNvSpPr txBox="1">
            <a:spLocks noGrp="1"/>
          </p:cNvSpPr>
          <p:nvPr>
            <p:ph type="title"/>
          </p:nvPr>
        </p:nvSpPr>
        <p:spPr>
          <a:xfrm>
            <a:off x="713100" y="539400"/>
            <a:ext cx="77178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1698" name="Google Shape;1698;p21"/>
          <p:cNvSpPr txBox="1">
            <a:spLocks noGrp="1"/>
          </p:cNvSpPr>
          <p:nvPr>
            <p:ph type="title" idx="2"/>
          </p:nvPr>
        </p:nvSpPr>
        <p:spPr>
          <a:xfrm>
            <a:off x="755600" y="2900863"/>
            <a:ext cx="2265600" cy="27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699" name="Google Shape;1699;p21"/>
          <p:cNvSpPr txBox="1">
            <a:spLocks noGrp="1"/>
          </p:cNvSpPr>
          <p:nvPr>
            <p:ph type="subTitle" idx="1"/>
          </p:nvPr>
        </p:nvSpPr>
        <p:spPr>
          <a:xfrm>
            <a:off x="755600" y="3296863"/>
            <a:ext cx="2265600" cy="750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00" name="Google Shape;1700;p21"/>
          <p:cNvSpPr txBox="1">
            <a:spLocks noGrp="1"/>
          </p:cNvSpPr>
          <p:nvPr>
            <p:ph type="title" idx="3"/>
          </p:nvPr>
        </p:nvSpPr>
        <p:spPr>
          <a:xfrm>
            <a:off x="3443604" y="2900863"/>
            <a:ext cx="2265600" cy="27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701" name="Google Shape;1701;p21"/>
          <p:cNvSpPr txBox="1">
            <a:spLocks noGrp="1"/>
          </p:cNvSpPr>
          <p:nvPr>
            <p:ph type="subTitle" idx="4"/>
          </p:nvPr>
        </p:nvSpPr>
        <p:spPr>
          <a:xfrm>
            <a:off x="3443604" y="3296863"/>
            <a:ext cx="2265600" cy="750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02" name="Google Shape;1702;p21"/>
          <p:cNvSpPr txBox="1">
            <a:spLocks noGrp="1"/>
          </p:cNvSpPr>
          <p:nvPr>
            <p:ph type="title" idx="5"/>
          </p:nvPr>
        </p:nvSpPr>
        <p:spPr>
          <a:xfrm>
            <a:off x="6132644" y="2900863"/>
            <a:ext cx="2265600" cy="27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703" name="Google Shape;1703;p21"/>
          <p:cNvSpPr txBox="1">
            <a:spLocks noGrp="1"/>
          </p:cNvSpPr>
          <p:nvPr>
            <p:ph type="subTitle" idx="6"/>
          </p:nvPr>
        </p:nvSpPr>
        <p:spPr>
          <a:xfrm>
            <a:off x="6132644" y="3296863"/>
            <a:ext cx="2265600" cy="750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1704" name="Google Shape;1704;p21"/>
          <p:cNvGrpSpPr/>
          <p:nvPr/>
        </p:nvGrpSpPr>
        <p:grpSpPr>
          <a:xfrm>
            <a:off x="-7" y="-76201"/>
            <a:ext cx="586800" cy="1284425"/>
            <a:chOff x="-7" y="-76201"/>
            <a:chExt cx="586800" cy="1284425"/>
          </a:xfrm>
        </p:grpSpPr>
        <p:sp>
          <p:nvSpPr>
            <p:cNvPr id="1705" name="Google Shape;1705;p21"/>
            <p:cNvSpPr/>
            <p:nvPr/>
          </p:nvSpPr>
          <p:spPr>
            <a:xfrm flipH="1">
              <a:off x="-7" y="-76201"/>
              <a:ext cx="586800" cy="1284425"/>
            </a:xfrm>
            <a:prstGeom prst="flowChartOffpageConnector">
              <a:avLst/>
            </a:prstGeom>
            <a:gradFill>
              <a:gsLst>
                <a:gs pos="0">
                  <a:schemeClr val="accent4"/>
                </a:gs>
                <a:gs pos="100000">
                  <a:schemeClr val="lt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706" name="Google Shape;1706;p21"/>
            <p:cNvGrpSpPr/>
            <p:nvPr/>
          </p:nvGrpSpPr>
          <p:grpSpPr>
            <a:xfrm rot="5400000" flipH="1">
              <a:off x="-148228" y="320574"/>
              <a:ext cx="883262" cy="242091"/>
              <a:chOff x="2300350" y="2601250"/>
              <a:chExt cx="2275275" cy="623625"/>
            </a:xfrm>
          </p:grpSpPr>
          <p:sp>
            <p:nvSpPr>
              <p:cNvPr id="1707" name="Google Shape;1707;p21"/>
              <p:cNvSpPr/>
              <p:nvPr/>
            </p:nvSpPr>
            <p:spPr>
              <a:xfrm>
                <a:off x="2300350" y="2601250"/>
                <a:ext cx="3921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684" h="24945" extrusionOk="0">
                    <a:moveTo>
                      <a:pt x="12720" y="0"/>
                    </a:moveTo>
                    <a:cubicBezTo>
                      <a:pt x="13337" y="0"/>
                      <a:pt x="14078" y="247"/>
                      <a:pt x="14572" y="741"/>
                    </a:cubicBezTo>
                    <a:cubicBezTo>
                      <a:pt x="15684" y="1852"/>
                      <a:pt x="15684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684" y="21240"/>
                      <a:pt x="15684" y="22845"/>
                      <a:pt x="14572" y="23957"/>
                    </a:cubicBezTo>
                    <a:cubicBezTo>
                      <a:pt x="13584" y="24944"/>
                      <a:pt x="11855" y="24944"/>
                      <a:pt x="10744" y="23957"/>
                    </a:cubicBezTo>
                    <a:lnTo>
                      <a:pt x="1112" y="14325"/>
                    </a:lnTo>
                    <a:cubicBezTo>
                      <a:pt x="1" y="13213"/>
                      <a:pt x="1" y="11484"/>
                      <a:pt x="1112" y="10496"/>
                    </a:cubicBezTo>
                    <a:lnTo>
                      <a:pt x="10744" y="741"/>
                    </a:lnTo>
                    <a:cubicBezTo>
                      <a:pt x="11361" y="247"/>
                      <a:pt x="11979" y="0"/>
                      <a:pt x="1272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8" name="Google Shape;1708;p21"/>
              <p:cNvSpPr/>
              <p:nvPr/>
            </p:nvSpPr>
            <p:spPr>
              <a:xfrm>
                <a:off x="2680075" y="2601250"/>
                <a:ext cx="389025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1" h="24945" extrusionOk="0">
                    <a:moveTo>
                      <a:pt x="12596" y="0"/>
                    </a:moveTo>
                    <a:cubicBezTo>
                      <a:pt x="13337" y="0"/>
                      <a:pt x="13955" y="247"/>
                      <a:pt x="14449" y="741"/>
                    </a:cubicBezTo>
                    <a:cubicBezTo>
                      <a:pt x="15560" y="1852"/>
                      <a:pt x="15560" y="3581"/>
                      <a:pt x="14449" y="4569"/>
                    </a:cubicBezTo>
                    <a:lnTo>
                      <a:pt x="6669" y="12349"/>
                    </a:lnTo>
                    <a:lnTo>
                      <a:pt x="14449" y="20128"/>
                    </a:lnTo>
                    <a:cubicBezTo>
                      <a:pt x="15560" y="21240"/>
                      <a:pt x="15560" y="22845"/>
                      <a:pt x="14449" y="23957"/>
                    </a:cubicBezTo>
                    <a:cubicBezTo>
                      <a:pt x="13461" y="24944"/>
                      <a:pt x="11732" y="24944"/>
                      <a:pt x="10621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621" y="741"/>
                    </a:lnTo>
                    <a:cubicBezTo>
                      <a:pt x="11238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9" name="Google Shape;1709;p21"/>
              <p:cNvSpPr/>
              <p:nvPr/>
            </p:nvSpPr>
            <p:spPr>
              <a:xfrm>
                <a:off x="3056725" y="2601250"/>
                <a:ext cx="3890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0" h="24945" extrusionOk="0">
                    <a:moveTo>
                      <a:pt x="12596" y="0"/>
                    </a:moveTo>
                    <a:cubicBezTo>
                      <a:pt x="13337" y="0"/>
                      <a:pt x="13954" y="247"/>
                      <a:pt x="14448" y="741"/>
                    </a:cubicBezTo>
                    <a:cubicBezTo>
                      <a:pt x="15559" y="1852"/>
                      <a:pt x="15559" y="3581"/>
                      <a:pt x="14448" y="4569"/>
                    </a:cubicBezTo>
                    <a:lnTo>
                      <a:pt x="6792" y="12349"/>
                    </a:lnTo>
                    <a:lnTo>
                      <a:pt x="14448" y="20128"/>
                    </a:lnTo>
                    <a:cubicBezTo>
                      <a:pt x="15559" y="21240"/>
                      <a:pt x="15559" y="22845"/>
                      <a:pt x="14448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0" name="Google Shape;1710;p21"/>
              <p:cNvSpPr/>
              <p:nvPr/>
            </p:nvSpPr>
            <p:spPr>
              <a:xfrm>
                <a:off x="3433350" y="2601250"/>
                <a:ext cx="3890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0" h="24945" extrusionOk="0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1" name="Google Shape;1711;p21"/>
              <p:cNvSpPr/>
              <p:nvPr/>
            </p:nvSpPr>
            <p:spPr>
              <a:xfrm>
                <a:off x="3810000" y="2601250"/>
                <a:ext cx="3890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0" h="24945" extrusionOk="0">
                    <a:moveTo>
                      <a:pt x="12596" y="0"/>
                    </a:moveTo>
                    <a:cubicBezTo>
                      <a:pt x="13337" y="0"/>
                      <a:pt x="13954" y="247"/>
                      <a:pt x="14572" y="741"/>
                    </a:cubicBezTo>
                    <a:cubicBezTo>
                      <a:pt x="15559" y="1852"/>
                      <a:pt x="15559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59" y="21240"/>
                      <a:pt x="15559" y="22845"/>
                      <a:pt x="14572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978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2" name="Google Shape;1712;p21"/>
              <p:cNvSpPr/>
              <p:nvPr/>
            </p:nvSpPr>
            <p:spPr>
              <a:xfrm>
                <a:off x="4186625" y="2601250"/>
                <a:ext cx="3890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0" h="24945" extrusionOk="0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713" name="Google Shape;1713;p21"/>
          <p:cNvGrpSpPr/>
          <p:nvPr/>
        </p:nvGrpSpPr>
        <p:grpSpPr>
          <a:xfrm rot="5400000">
            <a:off x="54450" y="1665375"/>
            <a:ext cx="98902" cy="553090"/>
            <a:chOff x="4898850" y="4820550"/>
            <a:chExt cx="98902" cy="553090"/>
          </a:xfrm>
        </p:grpSpPr>
        <p:sp>
          <p:nvSpPr>
            <p:cNvPr id="1714" name="Google Shape;1714;p21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5" name="Google Shape;1715;p21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6" name="Google Shape;1716;p21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7" name="Google Shape;1717;p21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8" name="Google Shape;1718;p21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719" name="Google Shape;1719;p21"/>
          <p:cNvSpPr/>
          <p:nvPr/>
        </p:nvSpPr>
        <p:spPr>
          <a:xfrm rot="-5400000">
            <a:off x="348814" y="4018626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720" name="Google Shape;1720;p21"/>
          <p:cNvGrpSpPr/>
          <p:nvPr/>
        </p:nvGrpSpPr>
        <p:grpSpPr>
          <a:xfrm rot="-5400000" flipH="1">
            <a:off x="7907216" y="4455774"/>
            <a:ext cx="1823016" cy="296643"/>
            <a:chOff x="7857346" y="3902355"/>
            <a:chExt cx="1823016" cy="296643"/>
          </a:xfrm>
        </p:grpSpPr>
        <p:sp>
          <p:nvSpPr>
            <p:cNvPr id="1721" name="Google Shape;1721;p21"/>
            <p:cNvSpPr/>
            <p:nvPr/>
          </p:nvSpPr>
          <p:spPr>
            <a:xfrm>
              <a:off x="7956216" y="4048371"/>
              <a:ext cx="1724145" cy="150627"/>
            </a:xfrm>
            <a:custGeom>
              <a:avLst/>
              <a:gdLst/>
              <a:ahLst/>
              <a:cxnLst/>
              <a:rect l="l" t="t" r="r" b="b"/>
              <a:pathLst>
                <a:path w="55332" h="4834" fill="none" extrusionOk="0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2" name="Google Shape;1722;p21"/>
            <p:cNvSpPr/>
            <p:nvPr/>
          </p:nvSpPr>
          <p:spPr>
            <a:xfrm>
              <a:off x="8453686" y="390235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0" y="1488"/>
                  </a:moveTo>
                  <a:cubicBezTo>
                    <a:pt x="0" y="670"/>
                    <a:pt x="670" y="1"/>
                    <a:pt x="1488" y="1"/>
                  </a:cubicBezTo>
                  <a:cubicBezTo>
                    <a:pt x="2306" y="1"/>
                    <a:pt x="2950" y="670"/>
                    <a:pt x="2950" y="1488"/>
                  </a:cubicBezTo>
                  <a:cubicBezTo>
                    <a:pt x="2950" y="2281"/>
                    <a:pt x="2306" y="2951"/>
                    <a:pt x="1488" y="2951"/>
                  </a:cubicBezTo>
                  <a:cubicBezTo>
                    <a:pt x="670" y="2951"/>
                    <a:pt x="0" y="2281"/>
                    <a:pt x="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3" name="Google Shape;1723;p21"/>
            <p:cNvSpPr/>
            <p:nvPr/>
          </p:nvSpPr>
          <p:spPr>
            <a:xfrm>
              <a:off x="8478396" y="3927096"/>
              <a:ext cx="43281" cy="42502"/>
            </a:xfrm>
            <a:custGeom>
              <a:avLst/>
              <a:gdLst/>
              <a:ahLst/>
              <a:cxnLst/>
              <a:rect l="l" t="t" r="r" b="b"/>
              <a:pathLst>
                <a:path w="1389" h="1364" extrusionOk="0">
                  <a:moveTo>
                    <a:pt x="695" y="0"/>
                  </a:moveTo>
                  <a:cubicBezTo>
                    <a:pt x="298" y="0"/>
                    <a:pt x="1" y="298"/>
                    <a:pt x="1" y="694"/>
                  </a:cubicBezTo>
                  <a:cubicBezTo>
                    <a:pt x="1" y="1066"/>
                    <a:pt x="298" y="1363"/>
                    <a:pt x="695" y="1363"/>
                  </a:cubicBezTo>
                  <a:cubicBezTo>
                    <a:pt x="1067" y="1363"/>
                    <a:pt x="1389" y="1066"/>
                    <a:pt x="1389" y="694"/>
                  </a:cubicBezTo>
                  <a:cubicBezTo>
                    <a:pt x="1389" y="298"/>
                    <a:pt x="1067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4" name="Google Shape;1724;p21"/>
            <p:cNvSpPr/>
            <p:nvPr/>
          </p:nvSpPr>
          <p:spPr>
            <a:xfrm>
              <a:off x="7857346" y="400200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5" name="Google Shape;1725;p21"/>
            <p:cNvSpPr/>
            <p:nvPr/>
          </p:nvSpPr>
          <p:spPr>
            <a:xfrm>
              <a:off x="7882087" y="4026715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6" name="Google Shape;1726;p21"/>
            <p:cNvSpPr/>
            <p:nvPr/>
          </p:nvSpPr>
          <p:spPr>
            <a:xfrm>
              <a:off x="8545608" y="3948721"/>
              <a:ext cx="1134754" cy="175368"/>
            </a:xfrm>
            <a:custGeom>
              <a:avLst/>
              <a:gdLst/>
              <a:ahLst/>
              <a:cxnLst/>
              <a:rect l="l" t="t" r="r" b="b"/>
              <a:pathLst>
                <a:path w="36417" h="5628" fill="none" extrusionOk="0">
                  <a:moveTo>
                    <a:pt x="0" y="0"/>
                  </a:moveTo>
                  <a:lnTo>
                    <a:pt x="6049" y="0"/>
                  </a:lnTo>
                  <a:lnTo>
                    <a:pt x="8379" y="2330"/>
                  </a:lnTo>
                  <a:lnTo>
                    <a:pt x="11676" y="5627"/>
                  </a:lnTo>
                  <a:lnTo>
                    <a:pt x="36416" y="5627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27" name="Google Shape;1727;p21"/>
          <p:cNvGrpSpPr/>
          <p:nvPr/>
        </p:nvGrpSpPr>
        <p:grpSpPr>
          <a:xfrm flipH="1">
            <a:off x="7120557" y="-107958"/>
            <a:ext cx="1520982" cy="302065"/>
            <a:chOff x="5642557" y="-150670"/>
            <a:chExt cx="1520982" cy="302065"/>
          </a:xfrm>
        </p:grpSpPr>
        <p:sp>
          <p:nvSpPr>
            <p:cNvPr id="1728" name="Google Shape;1728;p21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9" name="Google Shape;1729;p21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0" name="Google Shape;1730;p21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1" name="Google Shape;1731;p21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2" name="Google Shape;1732;p21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33" name="Google Shape;1733;p21"/>
          <p:cNvGrpSpPr/>
          <p:nvPr/>
        </p:nvGrpSpPr>
        <p:grpSpPr>
          <a:xfrm>
            <a:off x="8455187" y="1287478"/>
            <a:ext cx="883262" cy="242091"/>
            <a:chOff x="2300350" y="2601250"/>
            <a:chExt cx="2275275" cy="623625"/>
          </a:xfrm>
        </p:grpSpPr>
        <p:sp>
          <p:nvSpPr>
            <p:cNvPr id="1734" name="Google Shape;1734;p21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5" name="Google Shape;1735;p21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6" name="Google Shape;1736;p21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7" name="Google Shape;1737;p21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8" name="Google Shape;1738;p21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9" name="Google Shape;1739;p21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BLANK_6">
    <p:spTree>
      <p:nvGrpSpPr>
        <p:cNvPr id="1" name="Shape 1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41" name="Google Shape;1741;p22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1742" name="Google Shape;1742;p22"/>
            <p:cNvSpPr/>
            <p:nvPr/>
          </p:nvSpPr>
          <p:spPr>
            <a:xfrm>
              <a:off x="597550" y="4893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3" name="Google Shape;1743;p22"/>
            <p:cNvSpPr/>
            <p:nvPr/>
          </p:nvSpPr>
          <p:spPr>
            <a:xfrm>
              <a:off x="597550" y="4780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4" name="Google Shape;1744;p22"/>
            <p:cNvSpPr/>
            <p:nvPr/>
          </p:nvSpPr>
          <p:spPr>
            <a:xfrm>
              <a:off x="597550" y="46671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5" name="Google Shape;1745;p22"/>
            <p:cNvSpPr/>
            <p:nvPr/>
          </p:nvSpPr>
          <p:spPr>
            <a:xfrm>
              <a:off x="597550" y="4553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6" name="Google Shape;1746;p22"/>
            <p:cNvSpPr/>
            <p:nvPr/>
          </p:nvSpPr>
          <p:spPr>
            <a:xfrm>
              <a:off x="597550" y="4441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7" name="Google Shape;1747;p22"/>
            <p:cNvSpPr/>
            <p:nvPr/>
          </p:nvSpPr>
          <p:spPr>
            <a:xfrm>
              <a:off x="597550" y="4328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8" name="Google Shape;1748;p22"/>
            <p:cNvSpPr/>
            <p:nvPr/>
          </p:nvSpPr>
          <p:spPr>
            <a:xfrm>
              <a:off x="597550" y="42150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9" name="Google Shape;1749;p22"/>
            <p:cNvSpPr/>
            <p:nvPr/>
          </p:nvSpPr>
          <p:spPr>
            <a:xfrm>
              <a:off x="597550" y="4101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0" name="Google Shape;1750;p22"/>
            <p:cNvSpPr/>
            <p:nvPr/>
          </p:nvSpPr>
          <p:spPr>
            <a:xfrm>
              <a:off x="597550" y="3988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1" name="Google Shape;1751;p22"/>
            <p:cNvSpPr/>
            <p:nvPr/>
          </p:nvSpPr>
          <p:spPr>
            <a:xfrm>
              <a:off x="597550" y="3875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2" name="Google Shape;1752;p22"/>
            <p:cNvSpPr/>
            <p:nvPr/>
          </p:nvSpPr>
          <p:spPr>
            <a:xfrm>
              <a:off x="597550" y="3762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3" name="Google Shape;1753;p22"/>
            <p:cNvSpPr/>
            <p:nvPr/>
          </p:nvSpPr>
          <p:spPr>
            <a:xfrm>
              <a:off x="597550" y="36496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4" name="Google Shape;1754;p22"/>
            <p:cNvSpPr/>
            <p:nvPr/>
          </p:nvSpPr>
          <p:spPr>
            <a:xfrm>
              <a:off x="597550" y="35364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5" name="Google Shape;1755;p22"/>
            <p:cNvSpPr/>
            <p:nvPr/>
          </p:nvSpPr>
          <p:spPr>
            <a:xfrm>
              <a:off x="597550" y="34232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6" name="Google Shape;1756;p22"/>
            <p:cNvSpPr/>
            <p:nvPr/>
          </p:nvSpPr>
          <p:spPr>
            <a:xfrm>
              <a:off x="597550" y="33100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7" name="Google Shape;1757;p22"/>
            <p:cNvSpPr/>
            <p:nvPr/>
          </p:nvSpPr>
          <p:spPr>
            <a:xfrm>
              <a:off x="597550" y="31967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8" name="Google Shape;1758;p22"/>
            <p:cNvSpPr/>
            <p:nvPr/>
          </p:nvSpPr>
          <p:spPr>
            <a:xfrm>
              <a:off x="597550" y="30835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9" name="Google Shape;1759;p22"/>
            <p:cNvSpPr/>
            <p:nvPr/>
          </p:nvSpPr>
          <p:spPr>
            <a:xfrm>
              <a:off x="597550" y="29703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0" name="Google Shape;1760;p22"/>
            <p:cNvSpPr/>
            <p:nvPr/>
          </p:nvSpPr>
          <p:spPr>
            <a:xfrm>
              <a:off x="597550" y="28578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1" name="Google Shape;1761;p22"/>
            <p:cNvSpPr/>
            <p:nvPr/>
          </p:nvSpPr>
          <p:spPr>
            <a:xfrm>
              <a:off x="597550" y="27446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2" name="Google Shape;1762;p22"/>
            <p:cNvSpPr/>
            <p:nvPr/>
          </p:nvSpPr>
          <p:spPr>
            <a:xfrm>
              <a:off x="597550" y="263140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3" name="Google Shape;1763;p22"/>
            <p:cNvSpPr/>
            <p:nvPr/>
          </p:nvSpPr>
          <p:spPr>
            <a:xfrm>
              <a:off x="597550" y="251817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4" name="Google Shape;1764;p22"/>
            <p:cNvSpPr/>
            <p:nvPr/>
          </p:nvSpPr>
          <p:spPr>
            <a:xfrm>
              <a:off x="597550" y="24049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5" name="Google Shape;1765;p22"/>
            <p:cNvSpPr/>
            <p:nvPr/>
          </p:nvSpPr>
          <p:spPr>
            <a:xfrm>
              <a:off x="597550" y="22917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6" name="Google Shape;1766;p22"/>
            <p:cNvSpPr/>
            <p:nvPr/>
          </p:nvSpPr>
          <p:spPr>
            <a:xfrm>
              <a:off x="597550" y="21792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7" name="Google Shape;1767;p22"/>
            <p:cNvSpPr/>
            <p:nvPr/>
          </p:nvSpPr>
          <p:spPr>
            <a:xfrm>
              <a:off x="597550" y="20660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8" name="Google Shape;1768;p22"/>
            <p:cNvSpPr/>
            <p:nvPr/>
          </p:nvSpPr>
          <p:spPr>
            <a:xfrm>
              <a:off x="597550" y="19528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9" name="Google Shape;1769;p22"/>
            <p:cNvSpPr/>
            <p:nvPr/>
          </p:nvSpPr>
          <p:spPr>
            <a:xfrm>
              <a:off x="597550" y="1839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0" name="Google Shape;1770;p22"/>
            <p:cNvSpPr/>
            <p:nvPr/>
          </p:nvSpPr>
          <p:spPr>
            <a:xfrm>
              <a:off x="597550" y="1726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1" name="Google Shape;1771;p22"/>
            <p:cNvSpPr/>
            <p:nvPr/>
          </p:nvSpPr>
          <p:spPr>
            <a:xfrm>
              <a:off x="597550" y="16131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2" name="Google Shape;1772;p22"/>
            <p:cNvSpPr/>
            <p:nvPr/>
          </p:nvSpPr>
          <p:spPr>
            <a:xfrm>
              <a:off x="597550" y="1499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3" name="Google Shape;1773;p22"/>
            <p:cNvSpPr/>
            <p:nvPr/>
          </p:nvSpPr>
          <p:spPr>
            <a:xfrm>
              <a:off x="597550" y="1387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4" name="Google Shape;1774;p22"/>
            <p:cNvSpPr/>
            <p:nvPr/>
          </p:nvSpPr>
          <p:spPr>
            <a:xfrm>
              <a:off x="597550" y="1274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5" name="Google Shape;1775;p22"/>
            <p:cNvSpPr/>
            <p:nvPr/>
          </p:nvSpPr>
          <p:spPr>
            <a:xfrm>
              <a:off x="597550" y="11610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6" name="Google Shape;1776;p22"/>
            <p:cNvSpPr/>
            <p:nvPr/>
          </p:nvSpPr>
          <p:spPr>
            <a:xfrm>
              <a:off x="597550" y="1047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7" name="Google Shape;1777;p22"/>
            <p:cNvSpPr/>
            <p:nvPr/>
          </p:nvSpPr>
          <p:spPr>
            <a:xfrm>
              <a:off x="597550" y="934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8" name="Google Shape;1778;p22"/>
            <p:cNvSpPr/>
            <p:nvPr/>
          </p:nvSpPr>
          <p:spPr>
            <a:xfrm>
              <a:off x="597550" y="821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9" name="Google Shape;1779;p22"/>
            <p:cNvSpPr/>
            <p:nvPr/>
          </p:nvSpPr>
          <p:spPr>
            <a:xfrm>
              <a:off x="597550" y="708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780" name="Google Shape;1780;p22"/>
          <p:cNvSpPr txBox="1">
            <a:spLocks noGrp="1"/>
          </p:cNvSpPr>
          <p:nvPr>
            <p:ph type="title"/>
          </p:nvPr>
        </p:nvSpPr>
        <p:spPr>
          <a:xfrm>
            <a:off x="2246574" y="1636039"/>
            <a:ext cx="2019300" cy="27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781" name="Google Shape;1781;p22"/>
          <p:cNvSpPr txBox="1">
            <a:spLocks noGrp="1"/>
          </p:cNvSpPr>
          <p:nvPr>
            <p:ph type="subTitle" idx="1"/>
          </p:nvPr>
        </p:nvSpPr>
        <p:spPr>
          <a:xfrm>
            <a:off x="2123424" y="2032039"/>
            <a:ext cx="2265600" cy="531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82" name="Google Shape;1782;p22"/>
          <p:cNvSpPr txBox="1">
            <a:spLocks noGrp="1"/>
          </p:cNvSpPr>
          <p:nvPr>
            <p:ph type="title" idx="2"/>
          </p:nvPr>
        </p:nvSpPr>
        <p:spPr>
          <a:xfrm>
            <a:off x="6172578" y="1636039"/>
            <a:ext cx="2019300" cy="27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783" name="Google Shape;1783;p22"/>
          <p:cNvSpPr txBox="1">
            <a:spLocks noGrp="1"/>
          </p:cNvSpPr>
          <p:nvPr>
            <p:ph type="subTitle" idx="3"/>
          </p:nvPr>
        </p:nvSpPr>
        <p:spPr>
          <a:xfrm>
            <a:off x="6049428" y="2032039"/>
            <a:ext cx="2265600" cy="531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84" name="Google Shape;1784;p22"/>
          <p:cNvSpPr txBox="1">
            <a:spLocks noGrp="1"/>
          </p:cNvSpPr>
          <p:nvPr>
            <p:ph type="title" idx="4"/>
          </p:nvPr>
        </p:nvSpPr>
        <p:spPr>
          <a:xfrm>
            <a:off x="2204274" y="3315400"/>
            <a:ext cx="2103900" cy="27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785" name="Google Shape;1785;p22"/>
          <p:cNvSpPr txBox="1">
            <a:spLocks noGrp="1"/>
          </p:cNvSpPr>
          <p:nvPr>
            <p:ph type="subTitle" idx="5"/>
          </p:nvPr>
        </p:nvSpPr>
        <p:spPr>
          <a:xfrm>
            <a:off x="2123424" y="3711400"/>
            <a:ext cx="2265600" cy="531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86" name="Google Shape;1786;p22"/>
          <p:cNvSpPr txBox="1">
            <a:spLocks noGrp="1"/>
          </p:cNvSpPr>
          <p:nvPr>
            <p:ph type="title" idx="6"/>
          </p:nvPr>
        </p:nvSpPr>
        <p:spPr>
          <a:xfrm>
            <a:off x="6172578" y="3315400"/>
            <a:ext cx="2019300" cy="27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787" name="Google Shape;1787;p22"/>
          <p:cNvSpPr txBox="1">
            <a:spLocks noGrp="1"/>
          </p:cNvSpPr>
          <p:nvPr>
            <p:ph type="subTitle" idx="7"/>
          </p:nvPr>
        </p:nvSpPr>
        <p:spPr>
          <a:xfrm>
            <a:off x="6049428" y="3711400"/>
            <a:ext cx="2265600" cy="531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88" name="Google Shape;1788;p22"/>
          <p:cNvSpPr/>
          <p:nvPr/>
        </p:nvSpPr>
        <p:spPr>
          <a:xfrm>
            <a:off x="7" y="-99206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789" name="Google Shape;1789;p22"/>
          <p:cNvGrpSpPr/>
          <p:nvPr/>
        </p:nvGrpSpPr>
        <p:grpSpPr>
          <a:xfrm>
            <a:off x="-500742" y="161244"/>
            <a:ext cx="1520982" cy="302065"/>
            <a:chOff x="5642557" y="-150670"/>
            <a:chExt cx="1520982" cy="302065"/>
          </a:xfrm>
        </p:grpSpPr>
        <p:sp>
          <p:nvSpPr>
            <p:cNvPr id="1790" name="Google Shape;1790;p22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1" name="Google Shape;1791;p22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2" name="Google Shape;1792;p22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3" name="Google Shape;1793;p22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4" name="Google Shape;1794;p22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95" name="Google Shape;1795;p22"/>
          <p:cNvGrpSpPr/>
          <p:nvPr/>
        </p:nvGrpSpPr>
        <p:grpSpPr>
          <a:xfrm rot="5400000">
            <a:off x="85100" y="2002025"/>
            <a:ext cx="98902" cy="553090"/>
            <a:chOff x="4898850" y="4820550"/>
            <a:chExt cx="98902" cy="553090"/>
          </a:xfrm>
        </p:grpSpPr>
        <p:sp>
          <p:nvSpPr>
            <p:cNvPr id="1796" name="Google Shape;1796;p22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7" name="Google Shape;1797;p22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8" name="Google Shape;1798;p22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9" name="Google Shape;1799;p22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0" name="Google Shape;1800;p22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01" name="Google Shape;1801;p22"/>
          <p:cNvGrpSpPr/>
          <p:nvPr/>
        </p:nvGrpSpPr>
        <p:grpSpPr>
          <a:xfrm flipH="1">
            <a:off x="5072421" y="4999731"/>
            <a:ext cx="1823016" cy="196994"/>
            <a:chOff x="7857346" y="4002005"/>
            <a:chExt cx="1823016" cy="196994"/>
          </a:xfrm>
        </p:grpSpPr>
        <p:sp>
          <p:nvSpPr>
            <p:cNvPr id="1802" name="Google Shape;1802;p22"/>
            <p:cNvSpPr/>
            <p:nvPr/>
          </p:nvSpPr>
          <p:spPr>
            <a:xfrm>
              <a:off x="7956216" y="4048371"/>
              <a:ext cx="1724145" cy="150627"/>
            </a:xfrm>
            <a:custGeom>
              <a:avLst/>
              <a:gdLst/>
              <a:ahLst/>
              <a:cxnLst/>
              <a:rect l="l" t="t" r="r" b="b"/>
              <a:pathLst>
                <a:path w="55332" h="4834" fill="none" extrusionOk="0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3" name="Google Shape;1803;p22"/>
            <p:cNvSpPr/>
            <p:nvPr/>
          </p:nvSpPr>
          <p:spPr>
            <a:xfrm>
              <a:off x="7857346" y="400200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4" name="Google Shape;1804;p22"/>
            <p:cNvSpPr/>
            <p:nvPr/>
          </p:nvSpPr>
          <p:spPr>
            <a:xfrm>
              <a:off x="7882087" y="4026715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805" name="Google Shape;1805;p22"/>
          <p:cNvSpPr/>
          <p:nvPr/>
        </p:nvSpPr>
        <p:spPr>
          <a:xfrm rot="-5400000">
            <a:off x="348812" y="4195726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806" name="Google Shape;1806;p22"/>
          <p:cNvGrpSpPr/>
          <p:nvPr/>
        </p:nvGrpSpPr>
        <p:grpSpPr>
          <a:xfrm rot="5400000">
            <a:off x="9019112" y="1314150"/>
            <a:ext cx="98902" cy="553090"/>
            <a:chOff x="4898850" y="4820550"/>
            <a:chExt cx="98902" cy="553090"/>
          </a:xfrm>
        </p:grpSpPr>
        <p:sp>
          <p:nvSpPr>
            <p:cNvPr id="1807" name="Google Shape;1807;p22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8" name="Google Shape;1808;p22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9" name="Google Shape;1809;p22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0" name="Google Shape;1810;p22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1" name="Google Shape;1811;p22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812" name="Google Shape;1812;p22"/>
          <p:cNvSpPr/>
          <p:nvPr/>
        </p:nvSpPr>
        <p:spPr>
          <a:xfrm rot="5400000">
            <a:off x="8206162" y="-34881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813" name="Google Shape;1813;p22"/>
          <p:cNvGrpSpPr/>
          <p:nvPr/>
        </p:nvGrpSpPr>
        <p:grpSpPr>
          <a:xfrm>
            <a:off x="5072076" y="284994"/>
            <a:ext cx="1252897" cy="51000"/>
            <a:chOff x="2915381" y="4104819"/>
            <a:chExt cx="1252897" cy="51000"/>
          </a:xfrm>
        </p:grpSpPr>
        <p:sp>
          <p:nvSpPr>
            <p:cNvPr id="1814" name="Google Shape;1814;p22"/>
            <p:cNvSpPr/>
            <p:nvPr/>
          </p:nvSpPr>
          <p:spPr>
            <a:xfrm>
              <a:off x="2915381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5" name="Google Shape;1815;p22"/>
            <p:cNvSpPr/>
            <p:nvPr/>
          </p:nvSpPr>
          <p:spPr>
            <a:xfrm>
              <a:off x="3007850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6" name="Google Shape;1816;p22"/>
            <p:cNvSpPr/>
            <p:nvPr/>
          </p:nvSpPr>
          <p:spPr>
            <a:xfrm>
              <a:off x="3100319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7" name="Google Shape;1817;p22"/>
            <p:cNvSpPr/>
            <p:nvPr/>
          </p:nvSpPr>
          <p:spPr>
            <a:xfrm>
              <a:off x="3192788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8" name="Google Shape;1818;p22"/>
            <p:cNvSpPr/>
            <p:nvPr/>
          </p:nvSpPr>
          <p:spPr>
            <a:xfrm>
              <a:off x="328525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9" name="Google Shape;1819;p22"/>
            <p:cNvSpPr/>
            <p:nvPr/>
          </p:nvSpPr>
          <p:spPr>
            <a:xfrm>
              <a:off x="3377726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0" name="Google Shape;1820;p22"/>
            <p:cNvSpPr/>
            <p:nvPr/>
          </p:nvSpPr>
          <p:spPr>
            <a:xfrm>
              <a:off x="3470195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1" name="Google Shape;1821;p22"/>
            <p:cNvSpPr/>
            <p:nvPr/>
          </p:nvSpPr>
          <p:spPr>
            <a:xfrm>
              <a:off x="3562664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2" name="Google Shape;1822;p22"/>
            <p:cNvSpPr/>
            <p:nvPr/>
          </p:nvSpPr>
          <p:spPr>
            <a:xfrm>
              <a:off x="3655133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3" name="Google Shape;1823;p22"/>
            <p:cNvSpPr/>
            <p:nvPr/>
          </p:nvSpPr>
          <p:spPr>
            <a:xfrm>
              <a:off x="3747602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4" name="Google Shape;1824;p22"/>
            <p:cNvSpPr/>
            <p:nvPr/>
          </p:nvSpPr>
          <p:spPr>
            <a:xfrm>
              <a:off x="38400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5" name="Google Shape;1825;p22"/>
            <p:cNvSpPr/>
            <p:nvPr/>
          </p:nvSpPr>
          <p:spPr>
            <a:xfrm>
              <a:off x="39324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6" name="Google Shape;1826;p22"/>
            <p:cNvSpPr/>
            <p:nvPr/>
          </p:nvSpPr>
          <p:spPr>
            <a:xfrm>
              <a:off x="40248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7" name="Google Shape;1827;p22"/>
            <p:cNvSpPr/>
            <p:nvPr/>
          </p:nvSpPr>
          <p:spPr>
            <a:xfrm>
              <a:off x="41172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28" name="Google Shape;1828;p22"/>
          <p:cNvGrpSpPr/>
          <p:nvPr/>
        </p:nvGrpSpPr>
        <p:grpSpPr>
          <a:xfrm>
            <a:off x="8557211" y="3859075"/>
            <a:ext cx="586800" cy="1523237"/>
            <a:chOff x="8557211" y="3859075"/>
            <a:chExt cx="586800" cy="1523237"/>
          </a:xfrm>
        </p:grpSpPr>
        <p:sp>
          <p:nvSpPr>
            <p:cNvPr id="1829" name="Google Shape;1829;p22"/>
            <p:cNvSpPr/>
            <p:nvPr/>
          </p:nvSpPr>
          <p:spPr>
            <a:xfrm rot="10800000">
              <a:off x="8557211" y="3859075"/>
              <a:ext cx="586800" cy="1284425"/>
            </a:xfrm>
            <a:prstGeom prst="flowChartOffpageConnector">
              <a:avLst/>
            </a:prstGeom>
            <a:gradFill>
              <a:gsLst>
                <a:gs pos="0">
                  <a:schemeClr val="accent4"/>
                </a:gs>
                <a:gs pos="100000">
                  <a:schemeClr val="lt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830" name="Google Shape;1830;p22"/>
            <p:cNvGrpSpPr/>
            <p:nvPr/>
          </p:nvGrpSpPr>
          <p:grpSpPr>
            <a:xfrm rot="5400000">
              <a:off x="8297605" y="4762340"/>
              <a:ext cx="1105976" cy="133969"/>
              <a:chOff x="8183182" y="663852"/>
              <a:chExt cx="1475028" cy="178673"/>
            </a:xfrm>
          </p:grpSpPr>
          <p:grpSp>
            <p:nvGrpSpPr>
              <p:cNvPr id="1831" name="Google Shape;1831;p22"/>
              <p:cNvGrpSpPr/>
              <p:nvPr/>
            </p:nvGrpSpPr>
            <p:grpSpPr>
              <a:xfrm>
                <a:off x="8183182" y="774425"/>
                <a:ext cx="1178025" cy="68100"/>
                <a:chOff x="2024450" y="204150"/>
                <a:chExt cx="1178025" cy="68100"/>
              </a:xfrm>
            </p:grpSpPr>
            <p:sp>
              <p:nvSpPr>
                <p:cNvPr id="1832" name="Google Shape;1832;p22"/>
                <p:cNvSpPr/>
                <p:nvPr/>
              </p:nvSpPr>
              <p:spPr>
                <a:xfrm>
                  <a:off x="20244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33" name="Google Shape;1833;p22"/>
                <p:cNvSpPr/>
                <p:nvPr/>
              </p:nvSpPr>
              <p:spPr>
                <a:xfrm>
                  <a:off x="21477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34" name="Google Shape;1834;p22"/>
                <p:cNvSpPr/>
                <p:nvPr/>
              </p:nvSpPr>
              <p:spPr>
                <a:xfrm>
                  <a:off x="227110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35" name="Google Shape;1835;p22"/>
                <p:cNvSpPr/>
                <p:nvPr/>
              </p:nvSpPr>
              <p:spPr>
                <a:xfrm>
                  <a:off x="239442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36" name="Google Shape;1836;p22"/>
                <p:cNvSpPr/>
                <p:nvPr/>
              </p:nvSpPr>
              <p:spPr>
                <a:xfrm>
                  <a:off x="25177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37" name="Google Shape;1837;p22"/>
                <p:cNvSpPr/>
                <p:nvPr/>
              </p:nvSpPr>
              <p:spPr>
                <a:xfrm>
                  <a:off x="26410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38" name="Google Shape;1838;p22"/>
                <p:cNvSpPr/>
                <p:nvPr/>
              </p:nvSpPr>
              <p:spPr>
                <a:xfrm>
                  <a:off x="276440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39" name="Google Shape;1839;p22"/>
                <p:cNvSpPr/>
                <p:nvPr/>
              </p:nvSpPr>
              <p:spPr>
                <a:xfrm>
                  <a:off x="288772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40" name="Google Shape;1840;p22"/>
                <p:cNvSpPr/>
                <p:nvPr/>
              </p:nvSpPr>
              <p:spPr>
                <a:xfrm>
                  <a:off x="30110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41" name="Google Shape;1841;p22"/>
                <p:cNvSpPr/>
                <p:nvPr/>
              </p:nvSpPr>
              <p:spPr>
                <a:xfrm>
                  <a:off x="31343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842" name="Google Shape;1842;p22"/>
              <p:cNvGrpSpPr/>
              <p:nvPr/>
            </p:nvGrpSpPr>
            <p:grpSpPr>
              <a:xfrm>
                <a:off x="8480185" y="663852"/>
                <a:ext cx="1178025" cy="68100"/>
                <a:chOff x="2024450" y="204150"/>
                <a:chExt cx="1178025" cy="68100"/>
              </a:xfrm>
            </p:grpSpPr>
            <p:sp>
              <p:nvSpPr>
                <p:cNvPr id="1843" name="Google Shape;1843;p22"/>
                <p:cNvSpPr/>
                <p:nvPr/>
              </p:nvSpPr>
              <p:spPr>
                <a:xfrm>
                  <a:off x="20244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44" name="Google Shape;1844;p22"/>
                <p:cNvSpPr/>
                <p:nvPr/>
              </p:nvSpPr>
              <p:spPr>
                <a:xfrm>
                  <a:off x="21477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45" name="Google Shape;1845;p22"/>
                <p:cNvSpPr/>
                <p:nvPr/>
              </p:nvSpPr>
              <p:spPr>
                <a:xfrm>
                  <a:off x="227110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46" name="Google Shape;1846;p22"/>
                <p:cNvSpPr/>
                <p:nvPr/>
              </p:nvSpPr>
              <p:spPr>
                <a:xfrm>
                  <a:off x="239442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47" name="Google Shape;1847;p22"/>
                <p:cNvSpPr/>
                <p:nvPr/>
              </p:nvSpPr>
              <p:spPr>
                <a:xfrm>
                  <a:off x="25177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48" name="Google Shape;1848;p22"/>
                <p:cNvSpPr/>
                <p:nvPr/>
              </p:nvSpPr>
              <p:spPr>
                <a:xfrm>
                  <a:off x="26410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49" name="Google Shape;1849;p22"/>
                <p:cNvSpPr/>
                <p:nvPr/>
              </p:nvSpPr>
              <p:spPr>
                <a:xfrm>
                  <a:off x="276440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50" name="Google Shape;1850;p22"/>
                <p:cNvSpPr/>
                <p:nvPr/>
              </p:nvSpPr>
              <p:spPr>
                <a:xfrm>
                  <a:off x="288772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51" name="Google Shape;1851;p22"/>
                <p:cNvSpPr/>
                <p:nvPr/>
              </p:nvSpPr>
              <p:spPr>
                <a:xfrm>
                  <a:off x="30110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52" name="Google Shape;1852;p22"/>
                <p:cNvSpPr/>
                <p:nvPr/>
              </p:nvSpPr>
              <p:spPr>
                <a:xfrm>
                  <a:off x="31343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sp>
        <p:nvSpPr>
          <p:cNvPr id="1853" name="Google Shape;1853;p22"/>
          <p:cNvSpPr txBox="1">
            <a:spLocks noGrp="1"/>
          </p:cNvSpPr>
          <p:nvPr>
            <p:ph type="title" idx="8"/>
          </p:nvPr>
        </p:nvSpPr>
        <p:spPr>
          <a:xfrm>
            <a:off x="713100" y="539400"/>
            <a:ext cx="77178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BLANK_7">
    <p:spTree>
      <p:nvGrpSpPr>
        <p:cNvPr id="1" name="Shape 18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55" name="Google Shape;1855;p23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1856" name="Google Shape;1856;p23"/>
            <p:cNvSpPr/>
            <p:nvPr/>
          </p:nvSpPr>
          <p:spPr>
            <a:xfrm>
              <a:off x="597550" y="4893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7" name="Google Shape;1857;p23"/>
            <p:cNvSpPr/>
            <p:nvPr/>
          </p:nvSpPr>
          <p:spPr>
            <a:xfrm>
              <a:off x="597550" y="4780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8" name="Google Shape;1858;p23"/>
            <p:cNvSpPr/>
            <p:nvPr/>
          </p:nvSpPr>
          <p:spPr>
            <a:xfrm>
              <a:off x="597550" y="46671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9" name="Google Shape;1859;p23"/>
            <p:cNvSpPr/>
            <p:nvPr/>
          </p:nvSpPr>
          <p:spPr>
            <a:xfrm>
              <a:off x="597550" y="4553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0" name="Google Shape;1860;p23"/>
            <p:cNvSpPr/>
            <p:nvPr/>
          </p:nvSpPr>
          <p:spPr>
            <a:xfrm>
              <a:off x="597550" y="4441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1" name="Google Shape;1861;p23"/>
            <p:cNvSpPr/>
            <p:nvPr/>
          </p:nvSpPr>
          <p:spPr>
            <a:xfrm>
              <a:off x="597550" y="4328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2" name="Google Shape;1862;p23"/>
            <p:cNvSpPr/>
            <p:nvPr/>
          </p:nvSpPr>
          <p:spPr>
            <a:xfrm>
              <a:off x="597550" y="42150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3" name="Google Shape;1863;p23"/>
            <p:cNvSpPr/>
            <p:nvPr/>
          </p:nvSpPr>
          <p:spPr>
            <a:xfrm>
              <a:off x="597550" y="4101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4" name="Google Shape;1864;p23"/>
            <p:cNvSpPr/>
            <p:nvPr/>
          </p:nvSpPr>
          <p:spPr>
            <a:xfrm>
              <a:off x="597550" y="3988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5" name="Google Shape;1865;p23"/>
            <p:cNvSpPr/>
            <p:nvPr/>
          </p:nvSpPr>
          <p:spPr>
            <a:xfrm>
              <a:off x="597550" y="3875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6" name="Google Shape;1866;p23"/>
            <p:cNvSpPr/>
            <p:nvPr/>
          </p:nvSpPr>
          <p:spPr>
            <a:xfrm>
              <a:off x="597550" y="3762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7" name="Google Shape;1867;p23"/>
            <p:cNvSpPr/>
            <p:nvPr/>
          </p:nvSpPr>
          <p:spPr>
            <a:xfrm>
              <a:off x="597550" y="36496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8" name="Google Shape;1868;p23"/>
            <p:cNvSpPr/>
            <p:nvPr/>
          </p:nvSpPr>
          <p:spPr>
            <a:xfrm>
              <a:off x="597550" y="35364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9" name="Google Shape;1869;p23"/>
            <p:cNvSpPr/>
            <p:nvPr/>
          </p:nvSpPr>
          <p:spPr>
            <a:xfrm>
              <a:off x="597550" y="34232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0" name="Google Shape;1870;p23"/>
            <p:cNvSpPr/>
            <p:nvPr/>
          </p:nvSpPr>
          <p:spPr>
            <a:xfrm>
              <a:off x="597550" y="33100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1" name="Google Shape;1871;p23"/>
            <p:cNvSpPr/>
            <p:nvPr/>
          </p:nvSpPr>
          <p:spPr>
            <a:xfrm>
              <a:off x="597550" y="31967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2" name="Google Shape;1872;p23"/>
            <p:cNvSpPr/>
            <p:nvPr/>
          </p:nvSpPr>
          <p:spPr>
            <a:xfrm>
              <a:off x="597550" y="30835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3" name="Google Shape;1873;p23"/>
            <p:cNvSpPr/>
            <p:nvPr/>
          </p:nvSpPr>
          <p:spPr>
            <a:xfrm>
              <a:off x="597550" y="29703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4" name="Google Shape;1874;p23"/>
            <p:cNvSpPr/>
            <p:nvPr/>
          </p:nvSpPr>
          <p:spPr>
            <a:xfrm>
              <a:off x="597550" y="28578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5" name="Google Shape;1875;p23"/>
            <p:cNvSpPr/>
            <p:nvPr/>
          </p:nvSpPr>
          <p:spPr>
            <a:xfrm>
              <a:off x="597550" y="27446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6" name="Google Shape;1876;p23"/>
            <p:cNvSpPr/>
            <p:nvPr/>
          </p:nvSpPr>
          <p:spPr>
            <a:xfrm>
              <a:off x="597550" y="263140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7" name="Google Shape;1877;p23"/>
            <p:cNvSpPr/>
            <p:nvPr/>
          </p:nvSpPr>
          <p:spPr>
            <a:xfrm>
              <a:off x="597550" y="251817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8" name="Google Shape;1878;p23"/>
            <p:cNvSpPr/>
            <p:nvPr/>
          </p:nvSpPr>
          <p:spPr>
            <a:xfrm>
              <a:off x="597550" y="24049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9" name="Google Shape;1879;p23"/>
            <p:cNvSpPr/>
            <p:nvPr/>
          </p:nvSpPr>
          <p:spPr>
            <a:xfrm>
              <a:off x="597550" y="22917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0" name="Google Shape;1880;p23"/>
            <p:cNvSpPr/>
            <p:nvPr/>
          </p:nvSpPr>
          <p:spPr>
            <a:xfrm>
              <a:off x="597550" y="21792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1" name="Google Shape;1881;p23"/>
            <p:cNvSpPr/>
            <p:nvPr/>
          </p:nvSpPr>
          <p:spPr>
            <a:xfrm>
              <a:off x="597550" y="20660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2" name="Google Shape;1882;p23"/>
            <p:cNvSpPr/>
            <p:nvPr/>
          </p:nvSpPr>
          <p:spPr>
            <a:xfrm>
              <a:off x="597550" y="19528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3" name="Google Shape;1883;p23"/>
            <p:cNvSpPr/>
            <p:nvPr/>
          </p:nvSpPr>
          <p:spPr>
            <a:xfrm>
              <a:off x="597550" y="1839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4" name="Google Shape;1884;p23"/>
            <p:cNvSpPr/>
            <p:nvPr/>
          </p:nvSpPr>
          <p:spPr>
            <a:xfrm>
              <a:off x="597550" y="1726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5" name="Google Shape;1885;p23"/>
            <p:cNvSpPr/>
            <p:nvPr/>
          </p:nvSpPr>
          <p:spPr>
            <a:xfrm>
              <a:off x="597550" y="16131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6" name="Google Shape;1886;p23"/>
            <p:cNvSpPr/>
            <p:nvPr/>
          </p:nvSpPr>
          <p:spPr>
            <a:xfrm>
              <a:off x="597550" y="1499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7" name="Google Shape;1887;p23"/>
            <p:cNvSpPr/>
            <p:nvPr/>
          </p:nvSpPr>
          <p:spPr>
            <a:xfrm>
              <a:off x="597550" y="1387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8" name="Google Shape;1888;p23"/>
            <p:cNvSpPr/>
            <p:nvPr/>
          </p:nvSpPr>
          <p:spPr>
            <a:xfrm>
              <a:off x="597550" y="1274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9" name="Google Shape;1889;p23"/>
            <p:cNvSpPr/>
            <p:nvPr/>
          </p:nvSpPr>
          <p:spPr>
            <a:xfrm>
              <a:off x="597550" y="11610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0" name="Google Shape;1890;p23"/>
            <p:cNvSpPr/>
            <p:nvPr/>
          </p:nvSpPr>
          <p:spPr>
            <a:xfrm>
              <a:off x="597550" y="1047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1" name="Google Shape;1891;p23"/>
            <p:cNvSpPr/>
            <p:nvPr/>
          </p:nvSpPr>
          <p:spPr>
            <a:xfrm>
              <a:off x="597550" y="934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2" name="Google Shape;1892;p23"/>
            <p:cNvSpPr/>
            <p:nvPr/>
          </p:nvSpPr>
          <p:spPr>
            <a:xfrm>
              <a:off x="597550" y="821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3" name="Google Shape;1893;p23"/>
            <p:cNvSpPr/>
            <p:nvPr/>
          </p:nvSpPr>
          <p:spPr>
            <a:xfrm>
              <a:off x="597550" y="708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894" name="Google Shape;1894;p23"/>
          <p:cNvSpPr txBox="1">
            <a:spLocks noGrp="1"/>
          </p:cNvSpPr>
          <p:nvPr>
            <p:ph type="title"/>
          </p:nvPr>
        </p:nvSpPr>
        <p:spPr>
          <a:xfrm>
            <a:off x="713100" y="539400"/>
            <a:ext cx="77178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1895" name="Google Shape;1895;p23"/>
          <p:cNvSpPr txBox="1">
            <a:spLocks noGrp="1"/>
          </p:cNvSpPr>
          <p:nvPr>
            <p:ph type="title" idx="2"/>
          </p:nvPr>
        </p:nvSpPr>
        <p:spPr>
          <a:xfrm>
            <a:off x="2152068" y="1512817"/>
            <a:ext cx="1827900" cy="27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896" name="Google Shape;1896;p23"/>
          <p:cNvSpPr txBox="1">
            <a:spLocks noGrp="1"/>
          </p:cNvSpPr>
          <p:nvPr>
            <p:ph type="subTitle" idx="1"/>
          </p:nvPr>
        </p:nvSpPr>
        <p:spPr>
          <a:xfrm>
            <a:off x="1992918" y="1911375"/>
            <a:ext cx="2146200" cy="46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97" name="Google Shape;1897;p23"/>
          <p:cNvSpPr txBox="1">
            <a:spLocks noGrp="1"/>
          </p:cNvSpPr>
          <p:nvPr>
            <p:ph type="title" idx="3"/>
          </p:nvPr>
        </p:nvSpPr>
        <p:spPr>
          <a:xfrm>
            <a:off x="2152068" y="2624681"/>
            <a:ext cx="1827900" cy="27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898" name="Google Shape;1898;p23"/>
          <p:cNvSpPr txBox="1">
            <a:spLocks noGrp="1"/>
          </p:cNvSpPr>
          <p:nvPr>
            <p:ph type="subTitle" idx="4"/>
          </p:nvPr>
        </p:nvSpPr>
        <p:spPr>
          <a:xfrm>
            <a:off x="1992918" y="3019025"/>
            <a:ext cx="2146200" cy="46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99" name="Google Shape;1899;p23"/>
          <p:cNvSpPr txBox="1">
            <a:spLocks noGrp="1"/>
          </p:cNvSpPr>
          <p:nvPr>
            <p:ph type="title" idx="5"/>
          </p:nvPr>
        </p:nvSpPr>
        <p:spPr>
          <a:xfrm>
            <a:off x="6055343" y="2624681"/>
            <a:ext cx="1827900" cy="27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900" name="Google Shape;1900;p23"/>
          <p:cNvSpPr txBox="1">
            <a:spLocks noGrp="1"/>
          </p:cNvSpPr>
          <p:nvPr>
            <p:ph type="subTitle" idx="6"/>
          </p:nvPr>
        </p:nvSpPr>
        <p:spPr>
          <a:xfrm>
            <a:off x="5896193" y="3019032"/>
            <a:ext cx="2146200" cy="46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01" name="Google Shape;1901;p23"/>
          <p:cNvSpPr txBox="1">
            <a:spLocks noGrp="1"/>
          </p:cNvSpPr>
          <p:nvPr>
            <p:ph type="title" idx="7"/>
          </p:nvPr>
        </p:nvSpPr>
        <p:spPr>
          <a:xfrm>
            <a:off x="6055343" y="1512817"/>
            <a:ext cx="1827900" cy="27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902" name="Google Shape;1902;p23"/>
          <p:cNvSpPr txBox="1">
            <a:spLocks noGrp="1"/>
          </p:cNvSpPr>
          <p:nvPr>
            <p:ph type="subTitle" idx="8"/>
          </p:nvPr>
        </p:nvSpPr>
        <p:spPr>
          <a:xfrm>
            <a:off x="5896193" y="1911375"/>
            <a:ext cx="2146200" cy="46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03" name="Google Shape;1903;p23"/>
          <p:cNvSpPr txBox="1">
            <a:spLocks noGrp="1"/>
          </p:cNvSpPr>
          <p:nvPr>
            <p:ph type="title" idx="9"/>
          </p:nvPr>
        </p:nvSpPr>
        <p:spPr>
          <a:xfrm>
            <a:off x="2152068" y="3733187"/>
            <a:ext cx="1827900" cy="27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904" name="Google Shape;1904;p23"/>
          <p:cNvSpPr txBox="1">
            <a:spLocks noGrp="1"/>
          </p:cNvSpPr>
          <p:nvPr>
            <p:ph type="subTitle" idx="13"/>
          </p:nvPr>
        </p:nvSpPr>
        <p:spPr>
          <a:xfrm>
            <a:off x="1992918" y="4126675"/>
            <a:ext cx="2146200" cy="46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05" name="Google Shape;1905;p23"/>
          <p:cNvSpPr txBox="1">
            <a:spLocks noGrp="1"/>
          </p:cNvSpPr>
          <p:nvPr>
            <p:ph type="title" idx="14"/>
          </p:nvPr>
        </p:nvSpPr>
        <p:spPr>
          <a:xfrm>
            <a:off x="6055343" y="3733187"/>
            <a:ext cx="1827900" cy="27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906" name="Google Shape;1906;p23"/>
          <p:cNvSpPr txBox="1">
            <a:spLocks noGrp="1"/>
          </p:cNvSpPr>
          <p:nvPr>
            <p:ph type="subTitle" idx="15"/>
          </p:nvPr>
        </p:nvSpPr>
        <p:spPr>
          <a:xfrm>
            <a:off x="5896193" y="4126677"/>
            <a:ext cx="2146200" cy="46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07" name="Google Shape;1907;p23"/>
          <p:cNvSpPr/>
          <p:nvPr/>
        </p:nvSpPr>
        <p:spPr>
          <a:xfrm>
            <a:off x="1455" y="-88855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908" name="Google Shape;1908;p23"/>
          <p:cNvGrpSpPr/>
          <p:nvPr/>
        </p:nvGrpSpPr>
        <p:grpSpPr>
          <a:xfrm rot="-5400000">
            <a:off x="-146785" y="231721"/>
            <a:ext cx="883262" cy="242091"/>
            <a:chOff x="2300350" y="2601250"/>
            <a:chExt cx="2275275" cy="623625"/>
          </a:xfrm>
        </p:grpSpPr>
        <p:sp>
          <p:nvSpPr>
            <p:cNvPr id="1909" name="Google Shape;1909;p23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0" name="Google Shape;1910;p23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1" name="Google Shape;1911;p23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2" name="Google Shape;1912;p23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3" name="Google Shape;1913;p23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4" name="Google Shape;1914;p23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15" name="Google Shape;1915;p23"/>
          <p:cNvGrpSpPr/>
          <p:nvPr/>
        </p:nvGrpSpPr>
        <p:grpSpPr>
          <a:xfrm>
            <a:off x="1685767" y="463191"/>
            <a:ext cx="1105976" cy="133969"/>
            <a:chOff x="8183182" y="663852"/>
            <a:chExt cx="1475028" cy="178673"/>
          </a:xfrm>
        </p:grpSpPr>
        <p:grpSp>
          <p:nvGrpSpPr>
            <p:cNvPr id="1916" name="Google Shape;1916;p23"/>
            <p:cNvGrpSpPr/>
            <p:nvPr/>
          </p:nvGrpSpPr>
          <p:grpSpPr>
            <a:xfrm>
              <a:off x="8183182" y="774425"/>
              <a:ext cx="1178025" cy="68100"/>
              <a:chOff x="2024450" y="204150"/>
              <a:chExt cx="1178025" cy="68100"/>
            </a:xfrm>
          </p:grpSpPr>
          <p:sp>
            <p:nvSpPr>
              <p:cNvPr id="1917" name="Google Shape;1917;p23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8" name="Google Shape;1918;p23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9" name="Google Shape;1919;p23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0" name="Google Shape;1920;p23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1" name="Google Shape;1921;p23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2" name="Google Shape;1922;p23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3" name="Google Shape;1923;p23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4" name="Google Shape;1924;p23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5" name="Google Shape;1925;p23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6" name="Google Shape;1926;p23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927" name="Google Shape;1927;p23"/>
            <p:cNvGrpSpPr/>
            <p:nvPr/>
          </p:nvGrpSpPr>
          <p:grpSpPr>
            <a:xfrm>
              <a:off x="8480185" y="663852"/>
              <a:ext cx="1178025" cy="68100"/>
              <a:chOff x="2024450" y="204150"/>
              <a:chExt cx="1178025" cy="68100"/>
            </a:xfrm>
          </p:grpSpPr>
          <p:sp>
            <p:nvSpPr>
              <p:cNvPr id="1928" name="Google Shape;1928;p23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9" name="Google Shape;1929;p23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0" name="Google Shape;1930;p23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1" name="Google Shape;1931;p23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2" name="Google Shape;1932;p23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3" name="Google Shape;1933;p23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4" name="Google Shape;1934;p23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5" name="Google Shape;1935;p23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6" name="Google Shape;1936;p23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7" name="Google Shape;1937;p23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938" name="Google Shape;1938;p23"/>
          <p:cNvSpPr/>
          <p:nvPr/>
        </p:nvSpPr>
        <p:spPr>
          <a:xfrm flipH="1">
            <a:off x="8167370" y="756229"/>
            <a:ext cx="1994700" cy="6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9" name="Google Shape;1939;p23"/>
          <p:cNvSpPr/>
          <p:nvPr/>
        </p:nvSpPr>
        <p:spPr>
          <a:xfrm flipH="1">
            <a:off x="7864270" y="476929"/>
            <a:ext cx="1994700" cy="6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940" name="Google Shape;1940;p23"/>
          <p:cNvGrpSpPr/>
          <p:nvPr/>
        </p:nvGrpSpPr>
        <p:grpSpPr>
          <a:xfrm rot="5400000">
            <a:off x="6864300" y="-51175"/>
            <a:ext cx="98902" cy="553090"/>
            <a:chOff x="4898850" y="4820550"/>
            <a:chExt cx="98902" cy="553090"/>
          </a:xfrm>
        </p:grpSpPr>
        <p:sp>
          <p:nvSpPr>
            <p:cNvPr id="1941" name="Google Shape;1941;p23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2" name="Google Shape;1942;p23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3" name="Google Shape;1943;p23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4" name="Google Shape;1944;p23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5" name="Google Shape;1945;p23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46" name="Google Shape;1946;p23"/>
          <p:cNvGrpSpPr/>
          <p:nvPr/>
        </p:nvGrpSpPr>
        <p:grpSpPr>
          <a:xfrm rot="5400000">
            <a:off x="975" y="4180500"/>
            <a:ext cx="98902" cy="553090"/>
            <a:chOff x="4898850" y="4820550"/>
            <a:chExt cx="98902" cy="553090"/>
          </a:xfrm>
        </p:grpSpPr>
        <p:sp>
          <p:nvSpPr>
            <p:cNvPr id="1947" name="Google Shape;1947;p23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8" name="Google Shape;1948;p23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9" name="Google Shape;1949;p23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0" name="Google Shape;1950;p23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1" name="Google Shape;1951;p23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52" name="Google Shape;1952;p23"/>
          <p:cNvGrpSpPr/>
          <p:nvPr/>
        </p:nvGrpSpPr>
        <p:grpSpPr>
          <a:xfrm flipH="1">
            <a:off x="-799254" y="4748605"/>
            <a:ext cx="1823016" cy="196994"/>
            <a:chOff x="7857346" y="4002005"/>
            <a:chExt cx="1823016" cy="196994"/>
          </a:xfrm>
        </p:grpSpPr>
        <p:sp>
          <p:nvSpPr>
            <p:cNvPr id="1953" name="Google Shape;1953;p23"/>
            <p:cNvSpPr/>
            <p:nvPr/>
          </p:nvSpPr>
          <p:spPr>
            <a:xfrm>
              <a:off x="7956216" y="4048371"/>
              <a:ext cx="1724145" cy="150627"/>
            </a:xfrm>
            <a:custGeom>
              <a:avLst/>
              <a:gdLst/>
              <a:ahLst/>
              <a:cxnLst/>
              <a:rect l="l" t="t" r="r" b="b"/>
              <a:pathLst>
                <a:path w="55332" h="4834" fill="none" extrusionOk="0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4" name="Google Shape;1954;p23"/>
            <p:cNvSpPr/>
            <p:nvPr/>
          </p:nvSpPr>
          <p:spPr>
            <a:xfrm>
              <a:off x="7857346" y="400200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5" name="Google Shape;1955;p23"/>
            <p:cNvSpPr/>
            <p:nvPr/>
          </p:nvSpPr>
          <p:spPr>
            <a:xfrm>
              <a:off x="7882087" y="4026715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956" name="Google Shape;1956;p23"/>
          <p:cNvSpPr/>
          <p:nvPr/>
        </p:nvSpPr>
        <p:spPr>
          <a:xfrm rot="10800000">
            <a:off x="8557211" y="4011475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957" name="Google Shape;1957;p23"/>
          <p:cNvGrpSpPr/>
          <p:nvPr/>
        </p:nvGrpSpPr>
        <p:grpSpPr>
          <a:xfrm rot="5400000">
            <a:off x="8520259" y="4079074"/>
            <a:ext cx="302065" cy="1520982"/>
            <a:chOff x="-108754" y="2690919"/>
            <a:chExt cx="302065" cy="1520982"/>
          </a:xfrm>
        </p:grpSpPr>
        <p:sp>
          <p:nvSpPr>
            <p:cNvPr id="1958" name="Google Shape;1958;p23"/>
            <p:cNvSpPr/>
            <p:nvPr/>
          </p:nvSpPr>
          <p:spPr>
            <a:xfrm>
              <a:off x="-62388" y="2782841"/>
              <a:ext cx="209364" cy="1335580"/>
            </a:xfrm>
            <a:custGeom>
              <a:avLst/>
              <a:gdLst/>
              <a:ahLst/>
              <a:cxnLst/>
              <a:rect l="l" t="t" r="r" b="b"/>
              <a:pathLst>
                <a:path w="6719" h="42862" fill="none" extrusionOk="0">
                  <a:moveTo>
                    <a:pt x="0" y="42862"/>
                  </a:moveTo>
                  <a:lnTo>
                    <a:pt x="0" y="23799"/>
                  </a:lnTo>
                  <a:lnTo>
                    <a:pt x="6718" y="17056"/>
                  </a:lnTo>
                  <a:lnTo>
                    <a:pt x="6718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9" name="Google Shape;1959;p23"/>
            <p:cNvSpPr/>
            <p:nvPr/>
          </p:nvSpPr>
          <p:spPr>
            <a:xfrm>
              <a:off x="101358" y="2690919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1"/>
                  </a:moveTo>
                  <a:cubicBezTo>
                    <a:pt x="2281" y="1"/>
                    <a:pt x="2951" y="645"/>
                    <a:pt x="2951" y="1463"/>
                  </a:cubicBezTo>
                  <a:cubicBezTo>
                    <a:pt x="2951" y="2281"/>
                    <a:pt x="2281" y="2951"/>
                    <a:pt x="1463" y="2951"/>
                  </a:cubicBezTo>
                  <a:cubicBezTo>
                    <a:pt x="645" y="2951"/>
                    <a:pt x="1" y="2281"/>
                    <a:pt x="1" y="1463"/>
                  </a:cubicBezTo>
                  <a:cubicBezTo>
                    <a:pt x="1" y="645"/>
                    <a:pt x="645" y="1"/>
                    <a:pt x="1463" y="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0" name="Google Shape;1960;p23"/>
            <p:cNvSpPr/>
            <p:nvPr/>
          </p:nvSpPr>
          <p:spPr>
            <a:xfrm>
              <a:off x="125320" y="2714881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4" y="0"/>
                  </a:moveTo>
                  <a:cubicBezTo>
                    <a:pt x="322" y="0"/>
                    <a:pt x="0" y="322"/>
                    <a:pt x="0" y="694"/>
                  </a:cubicBezTo>
                  <a:cubicBezTo>
                    <a:pt x="0" y="1091"/>
                    <a:pt x="322" y="1388"/>
                    <a:pt x="694" y="1388"/>
                  </a:cubicBezTo>
                  <a:cubicBezTo>
                    <a:pt x="1091" y="1388"/>
                    <a:pt x="1388" y="1091"/>
                    <a:pt x="1388" y="694"/>
                  </a:cubicBezTo>
                  <a:cubicBezTo>
                    <a:pt x="1388" y="322"/>
                    <a:pt x="1091" y="0"/>
                    <a:pt x="69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1" name="Google Shape;1961;p23"/>
            <p:cNvSpPr/>
            <p:nvPr/>
          </p:nvSpPr>
          <p:spPr>
            <a:xfrm>
              <a:off x="-108754" y="4119948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88" y="0"/>
                  </a:moveTo>
                  <a:cubicBezTo>
                    <a:pt x="2306" y="0"/>
                    <a:pt x="2951" y="670"/>
                    <a:pt x="2951" y="1463"/>
                  </a:cubicBezTo>
                  <a:cubicBezTo>
                    <a:pt x="2951" y="2281"/>
                    <a:pt x="2306" y="2950"/>
                    <a:pt x="1488" y="2950"/>
                  </a:cubicBezTo>
                  <a:cubicBezTo>
                    <a:pt x="670" y="2950"/>
                    <a:pt x="1" y="2281"/>
                    <a:pt x="1" y="1463"/>
                  </a:cubicBezTo>
                  <a:cubicBezTo>
                    <a:pt x="1" y="670"/>
                    <a:pt x="670" y="0"/>
                    <a:pt x="1488" y="0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2" name="Google Shape;1962;p23"/>
            <p:cNvSpPr/>
            <p:nvPr/>
          </p:nvSpPr>
          <p:spPr>
            <a:xfrm>
              <a:off x="-84013" y="4144658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63" name="Google Shape;1963;p23"/>
          <p:cNvGrpSpPr/>
          <p:nvPr/>
        </p:nvGrpSpPr>
        <p:grpSpPr>
          <a:xfrm>
            <a:off x="3945551" y="4775319"/>
            <a:ext cx="1252897" cy="51000"/>
            <a:chOff x="2915381" y="4104819"/>
            <a:chExt cx="1252897" cy="51000"/>
          </a:xfrm>
        </p:grpSpPr>
        <p:sp>
          <p:nvSpPr>
            <p:cNvPr id="1964" name="Google Shape;1964;p23"/>
            <p:cNvSpPr/>
            <p:nvPr/>
          </p:nvSpPr>
          <p:spPr>
            <a:xfrm>
              <a:off x="2915381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5" name="Google Shape;1965;p23"/>
            <p:cNvSpPr/>
            <p:nvPr/>
          </p:nvSpPr>
          <p:spPr>
            <a:xfrm>
              <a:off x="3007850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6" name="Google Shape;1966;p23"/>
            <p:cNvSpPr/>
            <p:nvPr/>
          </p:nvSpPr>
          <p:spPr>
            <a:xfrm>
              <a:off x="3100319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7" name="Google Shape;1967;p23"/>
            <p:cNvSpPr/>
            <p:nvPr/>
          </p:nvSpPr>
          <p:spPr>
            <a:xfrm>
              <a:off x="3192788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8" name="Google Shape;1968;p23"/>
            <p:cNvSpPr/>
            <p:nvPr/>
          </p:nvSpPr>
          <p:spPr>
            <a:xfrm>
              <a:off x="328525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9" name="Google Shape;1969;p23"/>
            <p:cNvSpPr/>
            <p:nvPr/>
          </p:nvSpPr>
          <p:spPr>
            <a:xfrm>
              <a:off x="3377726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0" name="Google Shape;1970;p23"/>
            <p:cNvSpPr/>
            <p:nvPr/>
          </p:nvSpPr>
          <p:spPr>
            <a:xfrm>
              <a:off x="3470195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1" name="Google Shape;1971;p23"/>
            <p:cNvSpPr/>
            <p:nvPr/>
          </p:nvSpPr>
          <p:spPr>
            <a:xfrm>
              <a:off x="3562664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2" name="Google Shape;1972;p23"/>
            <p:cNvSpPr/>
            <p:nvPr/>
          </p:nvSpPr>
          <p:spPr>
            <a:xfrm>
              <a:off x="3655133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3" name="Google Shape;1973;p23"/>
            <p:cNvSpPr/>
            <p:nvPr/>
          </p:nvSpPr>
          <p:spPr>
            <a:xfrm>
              <a:off x="3747602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4" name="Google Shape;1974;p23"/>
            <p:cNvSpPr/>
            <p:nvPr/>
          </p:nvSpPr>
          <p:spPr>
            <a:xfrm>
              <a:off x="38400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5" name="Google Shape;1975;p23"/>
            <p:cNvSpPr/>
            <p:nvPr/>
          </p:nvSpPr>
          <p:spPr>
            <a:xfrm>
              <a:off x="39324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6" name="Google Shape;1976;p23"/>
            <p:cNvSpPr/>
            <p:nvPr/>
          </p:nvSpPr>
          <p:spPr>
            <a:xfrm>
              <a:off x="40248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7" name="Google Shape;1977;p23"/>
            <p:cNvSpPr/>
            <p:nvPr/>
          </p:nvSpPr>
          <p:spPr>
            <a:xfrm>
              <a:off x="41172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BLANK_15">
    <p:spTree>
      <p:nvGrpSpPr>
        <p:cNvPr id="1" name="Shape 19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79" name="Google Shape;1979;p24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1980" name="Google Shape;1980;p24"/>
            <p:cNvSpPr/>
            <p:nvPr/>
          </p:nvSpPr>
          <p:spPr>
            <a:xfrm>
              <a:off x="597550" y="4893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1" name="Google Shape;1981;p24"/>
            <p:cNvSpPr/>
            <p:nvPr/>
          </p:nvSpPr>
          <p:spPr>
            <a:xfrm>
              <a:off x="597550" y="4780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2" name="Google Shape;1982;p24"/>
            <p:cNvSpPr/>
            <p:nvPr/>
          </p:nvSpPr>
          <p:spPr>
            <a:xfrm>
              <a:off x="597550" y="46671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3" name="Google Shape;1983;p24"/>
            <p:cNvSpPr/>
            <p:nvPr/>
          </p:nvSpPr>
          <p:spPr>
            <a:xfrm>
              <a:off x="597550" y="4553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4" name="Google Shape;1984;p24"/>
            <p:cNvSpPr/>
            <p:nvPr/>
          </p:nvSpPr>
          <p:spPr>
            <a:xfrm>
              <a:off x="597550" y="4441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5" name="Google Shape;1985;p24"/>
            <p:cNvSpPr/>
            <p:nvPr/>
          </p:nvSpPr>
          <p:spPr>
            <a:xfrm>
              <a:off x="597550" y="4328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6" name="Google Shape;1986;p24"/>
            <p:cNvSpPr/>
            <p:nvPr/>
          </p:nvSpPr>
          <p:spPr>
            <a:xfrm>
              <a:off x="597550" y="42150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7" name="Google Shape;1987;p24"/>
            <p:cNvSpPr/>
            <p:nvPr/>
          </p:nvSpPr>
          <p:spPr>
            <a:xfrm>
              <a:off x="597550" y="4101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8" name="Google Shape;1988;p24"/>
            <p:cNvSpPr/>
            <p:nvPr/>
          </p:nvSpPr>
          <p:spPr>
            <a:xfrm>
              <a:off x="597550" y="3988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9" name="Google Shape;1989;p24"/>
            <p:cNvSpPr/>
            <p:nvPr/>
          </p:nvSpPr>
          <p:spPr>
            <a:xfrm>
              <a:off x="597550" y="3875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0" name="Google Shape;1990;p24"/>
            <p:cNvSpPr/>
            <p:nvPr/>
          </p:nvSpPr>
          <p:spPr>
            <a:xfrm>
              <a:off x="597550" y="3762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1" name="Google Shape;1991;p24"/>
            <p:cNvSpPr/>
            <p:nvPr/>
          </p:nvSpPr>
          <p:spPr>
            <a:xfrm>
              <a:off x="597550" y="36496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2" name="Google Shape;1992;p24"/>
            <p:cNvSpPr/>
            <p:nvPr/>
          </p:nvSpPr>
          <p:spPr>
            <a:xfrm>
              <a:off x="597550" y="35364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3" name="Google Shape;1993;p24"/>
            <p:cNvSpPr/>
            <p:nvPr/>
          </p:nvSpPr>
          <p:spPr>
            <a:xfrm>
              <a:off x="597550" y="34232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4" name="Google Shape;1994;p24"/>
            <p:cNvSpPr/>
            <p:nvPr/>
          </p:nvSpPr>
          <p:spPr>
            <a:xfrm>
              <a:off x="597550" y="33100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5" name="Google Shape;1995;p24"/>
            <p:cNvSpPr/>
            <p:nvPr/>
          </p:nvSpPr>
          <p:spPr>
            <a:xfrm>
              <a:off x="597550" y="31967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6" name="Google Shape;1996;p24"/>
            <p:cNvSpPr/>
            <p:nvPr/>
          </p:nvSpPr>
          <p:spPr>
            <a:xfrm>
              <a:off x="597550" y="30835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7" name="Google Shape;1997;p24"/>
            <p:cNvSpPr/>
            <p:nvPr/>
          </p:nvSpPr>
          <p:spPr>
            <a:xfrm>
              <a:off x="597550" y="29703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8" name="Google Shape;1998;p24"/>
            <p:cNvSpPr/>
            <p:nvPr/>
          </p:nvSpPr>
          <p:spPr>
            <a:xfrm>
              <a:off x="597550" y="28578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9" name="Google Shape;1999;p24"/>
            <p:cNvSpPr/>
            <p:nvPr/>
          </p:nvSpPr>
          <p:spPr>
            <a:xfrm>
              <a:off x="597550" y="27446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0" name="Google Shape;2000;p24"/>
            <p:cNvSpPr/>
            <p:nvPr/>
          </p:nvSpPr>
          <p:spPr>
            <a:xfrm>
              <a:off x="597550" y="263140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1" name="Google Shape;2001;p24"/>
            <p:cNvSpPr/>
            <p:nvPr/>
          </p:nvSpPr>
          <p:spPr>
            <a:xfrm>
              <a:off x="597550" y="251817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2" name="Google Shape;2002;p24"/>
            <p:cNvSpPr/>
            <p:nvPr/>
          </p:nvSpPr>
          <p:spPr>
            <a:xfrm>
              <a:off x="597550" y="24049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3" name="Google Shape;2003;p24"/>
            <p:cNvSpPr/>
            <p:nvPr/>
          </p:nvSpPr>
          <p:spPr>
            <a:xfrm>
              <a:off x="597550" y="22917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4" name="Google Shape;2004;p24"/>
            <p:cNvSpPr/>
            <p:nvPr/>
          </p:nvSpPr>
          <p:spPr>
            <a:xfrm>
              <a:off x="597550" y="21792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5" name="Google Shape;2005;p24"/>
            <p:cNvSpPr/>
            <p:nvPr/>
          </p:nvSpPr>
          <p:spPr>
            <a:xfrm>
              <a:off x="597550" y="20660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6" name="Google Shape;2006;p24"/>
            <p:cNvSpPr/>
            <p:nvPr/>
          </p:nvSpPr>
          <p:spPr>
            <a:xfrm>
              <a:off x="597550" y="19528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7" name="Google Shape;2007;p24"/>
            <p:cNvSpPr/>
            <p:nvPr/>
          </p:nvSpPr>
          <p:spPr>
            <a:xfrm>
              <a:off x="597550" y="1839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8" name="Google Shape;2008;p24"/>
            <p:cNvSpPr/>
            <p:nvPr/>
          </p:nvSpPr>
          <p:spPr>
            <a:xfrm>
              <a:off x="597550" y="1726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9" name="Google Shape;2009;p24"/>
            <p:cNvSpPr/>
            <p:nvPr/>
          </p:nvSpPr>
          <p:spPr>
            <a:xfrm>
              <a:off x="597550" y="16131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0" name="Google Shape;2010;p24"/>
            <p:cNvSpPr/>
            <p:nvPr/>
          </p:nvSpPr>
          <p:spPr>
            <a:xfrm>
              <a:off x="597550" y="1499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1" name="Google Shape;2011;p24"/>
            <p:cNvSpPr/>
            <p:nvPr/>
          </p:nvSpPr>
          <p:spPr>
            <a:xfrm>
              <a:off x="597550" y="1387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2" name="Google Shape;2012;p24"/>
            <p:cNvSpPr/>
            <p:nvPr/>
          </p:nvSpPr>
          <p:spPr>
            <a:xfrm>
              <a:off x="597550" y="1274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3" name="Google Shape;2013;p24"/>
            <p:cNvSpPr/>
            <p:nvPr/>
          </p:nvSpPr>
          <p:spPr>
            <a:xfrm>
              <a:off x="597550" y="11610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4" name="Google Shape;2014;p24"/>
            <p:cNvSpPr/>
            <p:nvPr/>
          </p:nvSpPr>
          <p:spPr>
            <a:xfrm>
              <a:off x="597550" y="1047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5" name="Google Shape;2015;p24"/>
            <p:cNvSpPr/>
            <p:nvPr/>
          </p:nvSpPr>
          <p:spPr>
            <a:xfrm>
              <a:off x="597550" y="934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6" name="Google Shape;2016;p24"/>
            <p:cNvSpPr/>
            <p:nvPr/>
          </p:nvSpPr>
          <p:spPr>
            <a:xfrm>
              <a:off x="597550" y="821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7" name="Google Shape;2017;p24"/>
            <p:cNvSpPr/>
            <p:nvPr/>
          </p:nvSpPr>
          <p:spPr>
            <a:xfrm>
              <a:off x="597550" y="708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18" name="Google Shape;2018;p24"/>
          <p:cNvGrpSpPr/>
          <p:nvPr/>
        </p:nvGrpSpPr>
        <p:grpSpPr>
          <a:xfrm>
            <a:off x="4674957" y="4956042"/>
            <a:ext cx="1520982" cy="302065"/>
            <a:chOff x="5642557" y="-150670"/>
            <a:chExt cx="1520982" cy="302065"/>
          </a:xfrm>
        </p:grpSpPr>
        <p:sp>
          <p:nvSpPr>
            <p:cNvPr id="2019" name="Google Shape;2019;p24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0" name="Google Shape;2020;p24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1" name="Google Shape;2021;p24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2" name="Google Shape;2022;p24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3" name="Google Shape;2023;p24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24" name="Google Shape;2024;p24"/>
          <p:cNvGrpSpPr/>
          <p:nvPr/>
        </p:nvGrpSpPr>
        <p:grpSpPr>
          <a:xfrm rot="5400000">
            <a:off x="85100" y="2306825"/>
            <a:ext cx="98902" cy="553090"/>
            <a:chOff x="4898850" y="4820550"/>
            <a:chExt cx="98902" cy="553090"/>
          </a:xfrm>
        </p:grpSpPr>
        <p:sp>
          <p:nvSpPr>
            <p:cNvPr id="2025" name="Google Shape;2025;p24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6" name="Google Shape;2026;p24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7" name="Google Shape;2027;p24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8" name="Google Shape;2028;p24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9" name="Google Shape;2029;p24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30" name="Google Shape;2030;p24"/>
          <p:cNvGrpSpPr/>
          <p:nvPr/>
        </p:nvGrpSpPr>
        <p:grpSpPr>
          <a:xfrm>
            <a:off x="-1744592" y="3592129"/>
            <a:ext cx="2297800" cy="347400"/>
            <a:chOff x="-1439792" y="3592129"/>
            <a:chExt cx="2297800" cy="347400"/>
          </a:xfrm>
        </p:grpSpPr>
        <p:sp>
          <p:nvSpPr>
            <p:cNvPr id="2031" name="Google Shape;2031;p24"/>
            <p:cNvSpPr/>
            <p:nvPr/>
          </p:nvSpPr>
          <p:spPr>
            <a:xfrm>
              <a:off x="-1439792" y="3871429"/>
              <a:ext cx="1994700" cy="6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2" name="Google Shape;2032;p24"/>
            <p:cNvSpPr/>
            <p:nvPr/>
          </p:nvSpPr>
          <p:spPr>
            <a:xfrm>
              <a:off x="-1136692" y="3592129"/>
              <a:ext cx="1994700" cy="6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033" name="Google Shape;2033;p24"/>
          <p:cNvSpPr/>
          <p:nvPr/>
        </p:nvSpPr>
        <p:spPr>
          <a:xfrm rot="10800000">
            <a:off x="414162" y="4465664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034" name="Google Shape;2034;p24"/>
          <p:cNvGrpSpPr/>
          <p:nvPr/>
        </p:nvGrpSpPr>
        <p:grpSpPr>
          <a:xfrm>
            <a:off x="-222733" y="225814"/>
            <a:ext cx="1507157" cy="586800"/>
            <a:chOff x="-222733" y="225814"/>
            <a:chExt cx="1507157" cy="586800"/>
          </a:xfrm>
        </p:grpSpPr>
        <p:sp>
          <p:nvSpPr>
            <p:cNvPr id="2035" name="Google Shape;2035;p24"/>
            <p:cNvSpPr/>
            <p:nvPr/>
          </p:nvSpPr>
          <p:spPr>
            <a:xfrm rot="-5400000">
              <a:off x="348812" y="-122999"/>
              <a:ext cx="586800" cy="1284425"/>
            </a:xfrm>
            <a:prstGeom prst="flowChartOffpageConnector">
              <a:avLst/>
            </a:prstGeom>
            <a:gradFill>
              <a:gsLst>
                <a:gs pos="0">
                  <a:schemeClr val="accent4"/>
                </a:gs>
                <a:gs pos="100000">
                  <a:schemeClr val="lt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036" name="Google Shape;2036;p24"/>
            <p:cNvGrpSpPr/>
            <p:nvPr/>
          </p:nvGrpSpPr>
          <p:grpSpPr>
            <a:xfrm>
              <a:off x="-222733" y="452241"/>
              <a:ext cx="1105976" cy="133969"/>
              <a:chOff x="8183182" y="663852"/>
              <a:chExt cx="1475028" cy="178673"/>
            </a:xfrm>
          </p:grpSpPr>
          <p:grpSp>
            <p:nvGrpSpPr>
              <p:cNvPr id="2037" name="Google Shape;2037;p24"/>
              <p:cNvGrpSpPr/>
              <p:nvPr/>
            </p:nvGrpSpPr>
            <p:grpSpPr>
              <a:xfrm>
                <a:off x="8183182" y="774425"/>
                <a:ext cx="1178025" cy="68100"/>
                <a:chOff x="2024450" y="204150"/>
                <a:chExt cx="1178025" cy="68100"/>
              </a:xfrm>
            </p:grpSpPr>
            <p:sp>
              <p:nvSpPr>
                <p:cNvPr id="2038" name="Google Shape;2038;p24"/>
                <p:cNvSpPr/>
                <p:nvPr/>
              </p:nvSpPr>
              <p:spPr>
                <a:xfrm>
                  <a:off x="20244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39" name="Google Shape;2039;p24"/>
                <p:cNvSpPr/>
                <p:nvPr/>
              </p:nvSpPr>
              <p:spPr>
                <a:xfrm>
                  <a:off x="21477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40" name="Google Shape;2040;p24"/>
                <p:cNvSpPr/>
                <p:nvPr/>
              </p:nvSpPr>
              <p:spPr>
                <a:xfrm>
                  <a:off x="227110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41" name="Google Shape;2041;p24"/>
                <p:cNvSpPr/>
                <p:nvPr/>
              </p:nvSpPr>
              <p:spPr>
                <a:xfrm>
                  <a:off x="239442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42" name="Google Shape;2042;p24"/>
                <p:cNvSpPr/>
                <p:nvPr/>
              </p:nvSpPr>
              <p:spPr>
                <a:xfrm>
                  <a:off x="25177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43" name="Google Shape;2043;p24"/>
                <p:cNvSpPr/>
                <p:nvPr/>
              </p:nvSpPr>
              <p:spPr>
                <a:xfrm>
                  <a:off x="26410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44" name="Google Shape;2044;p24"/>
                <p:cNvSpPr/>
                <p:nvPr/>
              </p:nvSpPr>
              <p:spPr>
                <a:xfrm>
                  <a:off x="276440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45" name="Google Shape;2045;p24"/>
                <p:cNvSpPr/>
                <p:nvPr/>
              </p:nvSpPr>
              <p:spPr>
                <a:xfrm>
                  <a:off x="288772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46" name="Google Shape;2046;p24"/>
                <p:cNvSpPr/>
                <p:nvPr/>
              </p:nvSpPr>
              <p:spPr>
                <a:xfrm>
                  <a:off x="30110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47" name="Google Shape;2047;p24"/>
                <p:cNvSpPr/>
                <p:nvPr/>
              </p:nvSpPr>
              <p:spPr>
                <a:xfrm>
                  <a:off x="31343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048" name="Google Shape;2048;p24"/>
              <p:cNvGrpSpPr/>
              <p:nvPr/>
            </p:nvGrpSpPr>
            <p:grpSpPr>
              <a:xfrm>
                <a:off x="8480185" y="663852"/>
                <a:ext cx="1178025" cy="68100"/>
                <a:chOff x="2024450" y="204150"/>
                <a:chExt cx="1178025" cy="68100"/>
              </a:xfrm>
            </p:grpSpPr>
            <p:sp>
              <p:nvSpPr>
                <p:cNvPr id="2049" name="Google Shape;2049;p24"/>
                <p:cNvSpPr/>
                <p:nvPr/>
              </p:nvSpPr>
              <p:spPr>
                <a:xfrm>
                  <a:off x="20244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50" name="Google Shape;2050;p24"/>
                <p:cNvSpPr/>
                <p:nvPr/>
              </p:nvSpPr>
              <p:spPr>
                <a:xfrm>
                  <a:off x="21477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51" name="Google Shape;2051;p24"/>
                <p:cNvSpPr/>
                <p:nvPr/>
              </p:nvSpPr>
              <p:spPr>
                <a:xfrm>
                  <a:off x="227110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52" name="Google Shape;2052;p24"/>
                <p:cNvSpPr/>
                <p:nvPr/>
              </p:nvSpPr>
              <p:spPr>
                <a:xfrm>
                  <a:off x="239442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53" name="Google Shape;2053;p24"/>
                <p:cNvSpPr/>
                <p:nvPr/>
              </p:nvSpPr>
              <p:spPr>
                <a:xfrm>
                  <a:off x="25177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54" name="Google Shape;2054;p24"/>
                <p:cNvSpPr/>
                <p:nvPr/>
              </p:nvSpPr>
              <p:spPr>
                <a:xfrm>
                  <a:off x="26410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55" name="Google Shape;2055;p24"/>
                <p:cNvSpPr/>
                <p:nvPr/>
              </p:nvSpPr>
              <p:spPr>
                <a:xfrm>
                  <a:off x="276440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56" name="Google Shape;2056;p24"/>
                <p:cNvSpPr/>
                <p:nvPr/>
              </p:nvSpPr>
              <p:spPr>
                <a:xfrm>
                  <a:off x="288772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57" name="Google Shape;2057;p24"/>
                <p:cNvSpPr/>
                <p:nvPr/>
              </p:nvSpPr>
              <p:spPr>
                <a:xfrm>
                  <a:off x="30110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58" name="Google Shape;2058;p24"/>
                <p:cNvSpPr/>
                <p:nvPr/>
              </p:nvSpPr>
              <p:spPr>
                <a:xfrm>
                  <a:off x="31343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sp>
        <p:nvSpPr>
          <p:cNvPr id="2059" name="Google Shape;2059;p24"/>
          <p:cNvSpPr/>
          <p:nvPr/>
        </p:nvSpPr>
        <p:spPr>
          <a:xfrm>
            <a:off x="8557212" y="-1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060" name="Google Shape;2060;p24"/>
          <p:cNvGrpSpPr/>
          <p:nvPr/>
        </p:nvGrpSpPr>
        <p:grpSpPr>
          <a:xfrm>
            <a:off x="8041407" y="183762"/>
            <a:ext cx="1520982" cy="302065"/>
            <a:chOff x="5642557" y="-150670"/>
            <a:chExt cx="1520982" cy="302065"/>
          </a:xfrm>
        </p:grpSpPr>
        <p:sp>
          <p:nvSpPr>
            <p:cNvPr id="2061" name="Google Shape;2061;p24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2" name="Google Shape;2062;p24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3" name="Google Shape;2063;p24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4" name="Google Shape;2064;p24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5" name="Google Shape;2065;p24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66" name="Google Shape;2066;p24"/>
          <p:cNvGrpSpPr/>
          <p:nvPr/>
        </p:nvGrpSpPr>
        <p:grpSpPr>
          <a:xfrm rot="5400000">
            <a:off x="8360264" y="2845229"/>
            <a:ext cx="883262" cy="242091"/>
            <a:chOff x="2300350" y="2601250"/>
            <a:chExt cx="2275275" cy="623625"/>
          </a:xfrm>
        </p:grpSpPr>
        <p:sp>
          <p:nvSpPr>
            <p:cNvPr id="2067" name="Google Shape;2067;p24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8" name="Google Shape;2068;p24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9" name="Google Shape;2069;p24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0" name="Google Shape;2070;p24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1" name="Google Shape;2071;p24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2" name="Google Shape;2072;p24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73" name="Google Shape;2073;p24"/>
          <p:cNvGrpSpPr/>
          <p:nvPr/>
        </p:nvGrpSpPr>
        <p:grpSpPr>
          <a:xfrm>
            <a:off x="8267392" y="4678866"/>
            <a:ext cx="1105976" cy="133969"/>
            <a:chOff x="8183182" y="663852"/>
            <a:chExt cx="1475028" cy="178673"/>
          </a:xfrm>
        </p:grpSpPr>
        <p:grpSp>
          <p:nvGrpSpPr>
            <p:cNvPr id="2074" name="Google Shape;2074;p24"/>
            <p:cNvGrpSpPr/>
            <p:nvPr/>
          </p:nvGrpSpPr>
          <p:grpSpPr>
            <a:xfrm>
              <a:off x="8183182" y="774425"/>
              <a:ext cx="1178025" cy="68100"/>
              <a:chOff x="2024450" y="204150"/>
              <a:chExt cx="1178025" cy="68100"/>
            </a:xfrm>
          </p:grpSpPr>
          <p:sp>
            <p:nvSpPr>
              <p:cNvPr id="2075" name="Google Shape;2075;p24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6" name="Google Shape;2076;p24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7" name="Google Shape;2077;p24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8" name="Google Shape;2078;p24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9" name="Google Shape;2079;p24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0" name="Google Shape;2080;p24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1" name="Google Shape;2081;p24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2" name="Google Shape;2082;p24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3" name="Google Shape;2083;p24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4" name="Google Shape;2084;p24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085" name="Google Shape;2085;p24"/>
            <p:cNvGrpSpPr/>
            <p:nvPr/>
          </p:nvGrpSpPr>
          <p:grpSpPr>
            <a:xfrm>
              <a:off x="8480185" y="663852"/>
              <a:ext cx="1178025" cy="68100"/>
              <a:chOff x="2024450" y="204150"/>
              <a:chExt cx="1178025" cy="68100"/>
            </a:xfrm>
          </p:grpSpPr>
          <p:sp>
            <p:nvSpPr>
              <p:cNvPr id="2086" name="Google Shape;2086;p24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7" name="Google Shape;2087;p24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8" name="Google Shape;2088;p24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9" name="Google Shape;2089;p24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0" name="Google Shape;2090;p24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1" name="Google Shape;2091;p24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2" name="Google Shape;2092;p24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3" name="Google Shape;2093;p24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4" name="Google Shape;2094;p24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5" name="Google Shape;2095;p24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096" name="Google Shape;2096;p24"/>
          <p:cNvGrpSpPr/>
          <p:nvPr/>
        </p:nvGrpSpPr>
        <p:grpSpPr>
          <a:xfrm>
            <a:off x="5023301" y="238994"/>
            <a:ext cx="1252897" cy="51000"/>
            <a:chOff x="2915381" y="4104819"/>
            <a:chExt cx="1252897" cy="51000"/>
          </a:xfrm>
        </p:grpSpPr>
        <p:sp>
          <p:nvSpPr>
            <p:cNvPr id="2097" name="Google Shape;2097;p24"/>
            <p:cNvSpPr/>
            <p:nvPr/>
          </p:nvSpPr>
          <p:spPr>
            <a:xfrm>
              <a:off x="2915381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8" name="Google Shape;2098;p24"/>
            <p:cNvSpPr/>
            <p:nvPr/>
          </p:nvSpPr>
          <p:spPr>
            <a:xfrm>
              <a:off x="3007850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9" name="Google Shape;2099;p24"/>
            <p:cNvSpPr/>
            <p:nvPr/>
          </p:nvSpPr>
          <p:spPr>
            <a:xfrm>
              <a:off x="3100319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0" name="Google Shape;2100;p24"/>
            <p:cNvSpPr/>
            <p:nvPr/>
          </p:nvSpPr>
          <p:spPr>
            <a:xfrm>
              <a:off x="3192788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1" name="Google Shape;2101;p24"/>
            <p:cNvSpPr/>
            <p:nvPr/>
          </p:nvSpPr>
          <p:spPr>
            <a:xfrm>
              <a:off x="328525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2" name="Google Shape;2102;p24"/>
            <p:cNvSpPr/>
            <p:nvPr/>
          </p:nvSpPr>
          <p:spPr>
            <a:xfrm>
              <a:off x="3377726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3" name="Google Shape;2103;p24"/>
            <p:cNvSpPr/>
            <p:nvPr/>
          </p:nvSpPr>
          <p:spPr>
            <a:xfrm>
              <a:off x="3470195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4" name="Google Shape;2104;p24"/>
            <p:cNvSpPr/>
            <p:nvPr/>
          </p:nvSpPr>
          <p:spPr>
            <a:xfrm>
              <a:off x="3562664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5" name="Google Shape;2105;p24"/>
            <p:cNvSpPr/>
            <p:nvPr/>
          </p:nvSpPr>
          <p:spPr>
            <a:xfrm>
              <a:off x="3655133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6" name="Google Shape;2106;p24"/>
            <p:cNvSpPr/>
            <p:nvPr/>
          </p:nvSpPr>
          <p:spPr>
            <a:xfrm>
              <a:off x="3747602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7" name="Google Shape;2107;p24"/>
            <p:cNvSpPr/>
            <p:nvPr/>
          </p:nvSpPr>
          <p:spPr>
            <a:xfrm>
              <a:off x="38400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8" name="Google Shape;2108;p24"/>
            <p:cNvSpPr/>
            <p:nvPr/>
          </p:nvSpPr>
          <p:spPr>
            <a:xfrm>
              <a:off x="39324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9" name="Google Shape;2109;p24"/>
            <p:cNvSpPr/>
            <p:nvPr/>
          </p:nvSpPr>
          <p:spPr>
            <a:xfrm>
              <a:off x="40248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0" name="Google Shape;2110;p24"/>
            <p:cNvSpPr/>
            <p:nvPr/>
          </p:nvSpPr>
          <p:spPr>
            <a:xfrm>
              <a:off x="41172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11" name="Google Shape;2111;p24"/>
          <p:cNvSpPr txBox="1">
            <a:spLocks noGrp="1"/>
          </p:cNvSpPr>
          <p:nvPr>
            <p:ph type="title"/>
          </p:nvPr>
        </p:nvSpPr>
        <p:spPr>
          <a:xfrm>
            <a:off x="713100" y="539400"/>
            <a:ext cx="7717800" cy="572700"/>
          </a:xfrm>
          <a:prstGeom prst="rect">
            <a:avLst/>
          </a:prstGeom>
          <a:effectLst>
            <a:outerShdw blurRad="8572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BLANK_14">
    <p:spTree>
      <p:nvGrpSpPr>
        <p:cNvPr id="1" name="Shape 2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13" name="Google Shape;2113;p25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2114" name="Google Shape;2114;p25"/>
            <p:cNvSpPr/>
            <p:nvPr/>
          </p:nvSpPr>
          <p:spPr>
            <a:xfrm>
              <a:off x="597550" y="4893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5" name="Google Shape;2115;p25"/>
            <p:cNvSpPr/>
            <p:nvPr/>
          </p:nvSpPr>
          <p:spPr>
            <a:xfrm>
              <a:off x="597550" y="4780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6" name="Google Shape;2116;p25"/>
            <p:cNvSpPr/>
            <p:nvPr/>
          </p:nvSpPr>
          <p:spPr>
            <a:xfrm>
              <a:off x="597550" y="46671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7" name="Google Shape;2117;p25"/>
            <p:cNvSpPr/>
            <p:nvPr/>
          </p:nvSpPr>
          <p:spPr>
            <a:xfrm>
              <a:off x="597550" y="4553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8" name="Google Shape;2118;p25"/>
            <p:cNvSpPr/>
            <p:nvPr/>
          </p:nvSpPr>
          <p:spPr>
            <a:xfrm>
              <a:off x="597550" y="4441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9" name="Google Shape;2119;p25"/>
            <p:cNvSpPr/>
            <p:nvPr/>
          </p:nvSpPr>
          <p:spPr>
            <a:xfrm>
              <a:off x="597550" y="4328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0" name="Google Shape;2120;p25"/>
            <p:cNvSpPr/>
            <p:nvPr/>
          </p:nvSpPr>
          <p:spPr>
            <a:xfrm>
              <a:off x="597550" y="42150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1" name="Google Shape;2121;p25"/>
            <p:cNvSpPr/>
            <p:nvPr/>
          </p:nvSpPr>
          <p:spPr>
            <a:xfrm>
              <a:off x="597550" y="4101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2" name="Google Shape;2122;p25"/>
            <p:cNvSpPr/>
            <p:nvPr/>
          </p:nvSpPr>
          <p:spPr>
            <a:xfrm>
              <a:off x="597550" y="3988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3" name="Google Shape;2123;p25"/>
            <p:cNvSpPr/>
            <p:nvPr/>
          </p:nvSpPr>
          <p:spPr>
            <a:xfrm>
              <a:off x="597550" y="3875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4" name="Google Shape;2124;p25"/>
            <p:cNvSpPr/>
            <p:nvPr/>
          </p:nvSpPr>
          <p:spPr>
            <a:xfrm>
              <a:off x="597550" y="3762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5" name="Google Shape;2125;p25"/>
            <p:cNvSpPr/>
            <p:nvPr/>
          </p:nvSpPr>
          <p:spPr>
            <a:xfrm>
              <a:off x="597550" y="36496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6" name="Google Shape;2126;p25"/>
            <p:cNvSpPr/>
            <p:nvPr/>
          </p:nvSpPr>
          <p:spPr>
            <a:xfrm>
              <a:off x="597550" y="35364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7" name="Google Shape;2127;p25"/>
            <p:cNvSpPr/>
            <p:nvPr/>
          </p:nvSpPr>
          <p:spPr>
            <a:xfrm>
              <a:off x="597550" y="34232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8" name="Google Shape;2128;p25"/>
            <p:cNvSpPr/>
            <p:nvPr/>
          </p:nvSpPr>
          <p:spPr>
            <a:xfrm>
              <a:off x="597550" y="33100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9" name="Google Shape;2129;p25"/>
            <p:cNvSpPr/>
            <p:nvPr/>
          </p:nvSpPr>
          <p:spPr>
            <a:xfrm>
              <a:off x="597550" y="31967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0" name="Google Shape;2130;p25"/>
            <p:cNvSpPr/>
            <p:nvPr/>
          </p:nvSpPr>
          <p:spPr>
            <a:xfrm>
              <a:off x="597550" y="30835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1" name="Google Shape;2131;p25"/>
            <p:cNvSpPr/>
            <p:nvPr/>
          </p:nvSpPr>
          <p:spPr>
            <a:xfrm>
              <a:off x="597550" y="29703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2" name="Google Shape;2132;p25"/>
            <p:cNvSpPr/>
            <p:nvPr/>
          </p:nvSpPr>
          <p:spPr>
            <a:xfrm>
              <a:off x="597550" y="28578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3" name="Google Shape;2133;p25"/>
            <p:cNvSpPr/>
            <p:nvPr/>
          </p:nvSpPr>
          <p:spPr>
            <a:xfrm>
              <a:off x="597550" y="27446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4" name="Google Shape;2134;p25"/>
            <p:cNvSpPr/>
            <p:nvPr/>
          </p:nvSpPr>
          <p:spPr>
            <a:xfrm>
              <a:off x="597550" y="263140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5" name="Google Shape;2135;p25"/>
            <p:cNvSpPr/>
            <p:nvPr/>
          </p:nvSpPr>
          <p:spPr>
            <a:xfrm>
              <a:off x="597550" y="251817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6" name="Google Shape;2136;p25"/>
            <p:cNvSpPr/>
            <p:nvPr/>
          </p:nvSpPr>
          <p:spPr>
            <a:xfrm>
              <a:off x="597550" y="24049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7" name="Google Shape;2137;p25"/>
            <p:cNvSpPr/>
            <p:nvPr/>
          </p:nvSpPr>
          <p:spPr>
            <a:xfrm>
              <a:off x="597550" y="22917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8" name="Google Shape;2138;p25"/>
            <p:cNvSpPr/>
            <p:nvPr/>
          </p:nvSpPr>
          <p:spPr>
            <a:xfrm>
              <a:off x="597550" y="21792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9" name="Google Shape;2139;p25"/>
            <p:cNvSpPr/>
            <p:nvPr/>
          </p:nvSpPr>
          <p:spPr>
            <a:xfrm>
              <a:off x="597550" y="20660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0" name="Google Shape;2140;p25"/>
            <p:cNvSpPr/>
            <p:nvPr/>
          </p:nvSpPr>
          <p:spPr>
            <a:xfrm>
              <a:off x="597550" y="19528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1" name="Google Shape;2141;p25"/>
            <p:cNvSpPr/>
            <p:nvPr/>
          </p:nvSpPr>
          <p:spPr>
            <a:xfrm>
              <a:off x="597550" y="1839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2" name="Google Shape;2142;p25"/>
            <p:cNvSpPr/>
            <p:nvPr/>
          </p:nvSpPr>
          <p:spPr>
            <a:xfrm>
              <a:off x="597550" y="1726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3" name="Google Shape;2143;p25"/>
            <p:cNvSpPr/>
            <p:nvPr/>
          </p:nvSpPr>
          <p:spPr>
            <a:xfrm>
              <a:off x="597550" y="16131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4" name="Google Shape;2144;p25"/>
            <p:cNvSpPr/>
            <p:nvPr/>
          </p:nvSpPr>
          <p:spPr>
            <a:xfrm>
              <a:off x="597550" y="1499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5" name="Google Shape;2145;p25"/>
            <p:cNvSpPr/>
            <p:nvPr/>
          </p:nvSpPr>
          <p:spPr>
            <a:xfrm>
              <a:off x="597550" y="1387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6" name="Google Shape;2146;p25"/>
            <p:cNvSpPr/>
            <p:nvPr/>
          </p:nvSpPr>
          <p:spPr>
            <a:xfrm>
              <a:off x="597550" y="1274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7" name="Google Shape;2147;p25"/>
            <p:cNvSpPr/>
            <p:nvPr/>
          </p:nvSpPr>
          <p:spPr>
            <a:xfrm>
              <a:off x="597550" y="11610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8" name="Google Shape;2148;p25"/>
            <p:cNvSpPr/>
            <p:nvPr/>
          </p:nvSpPr>
          <p:spPr>
            <a:xfrm>
              <a:off x="597550" y="1047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9" name="Google Shape;2149;p25"/>
            <p:cNvSpPr/>
            <p:nvPr/>
          </p:nvSpPr>
          <p:spPr>
            <a:xfrm>
              <a:off x="597550" y="934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0" name="Google Shape;2150;p25"/>
            <p:cNvSpPr/>
            <p:nvPr/>
          </p:nvSpPr>
          <p:spPr>
            <a:xfrm>
              <a:off x="597550" y="821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1" name="Google Shape;2151;p25"/>
            <p:cNvSpPr/>
            <p:nvPr/>
          </p:nvSpPr>
          <p:spPr>
            <a:xfrm>
              <a:off x="597550" y="708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52" name="Google Shape;2152;p25"/>
          <p:cNvSpPr/>
          <p:nvPr/>
        </p:nvSpPr>
        <p:spPr>
          <a:xfrm rot="-5400000">
            <a:off x="120212" y="72934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153" name="Google Shape;2153;p25"/>
          <p:cNvGrpSpPr/>
          <p:nvPr/>
        </p:nvGrpSpPr>
        <p:grpSpPr>
          <a:xfrm rot="5400000">
            <a:off x="85100" y="3657925"/>
            <a:ext cx="98902" cy="553090"/>
            <a:chOff x="4898850" y="4820550"/>
            <a:chExt cx="98902" cy="553090"/>
          </a:xfrm>
        </p:grpSpPr>
        <p:sp>
          <p:nvSpPr>
            <p:cNvPr id="2154" name="Google Shape;2154;p25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5" name="Google Shape;2155;p25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6" name="Google Shape;2156;p25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7" name="Google Shape;2157;p25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8" name="Google Shape;2158;p25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59" name="Google Shape;2159;p25"/>
          <p:cNvGrpSpPr/>
          <p:nvPr/>
        </p:nvGrpSpPr>
        <p:grpSpPr>
          <a:xfrm flipH="1">
            <a:off x="-538592" y="566830"/>
            <a:ext cx="1823016" cy="296643"/>
            <a:chOff x="7857346" y="3902355"/>
            <a:chExt cx="1823016" cy="296643"/>
          </a:xfrm>
        </p:grpSpPr>
        <p:sp>
          <p:nvSpPr>
            <p:cNvPr id="2160" name="Google Shape;2160;p25"/>
            <p:cNvSpPr/>
            <p:nvPr/>
          </p:nvSpPr>
          <p:spPr>
            <a:xfrm>
              <a:off x="7956216" y="4048371"/>
              <a:ext cx="1724145" cy="150627"/>
            </a:xfrm>
            <a:custGeom>
              <a:avLst/>
              <a:gdLst/>
              <a:ahLst/>
              <a:cxnLst/>
              <a:rect l="l" t="t" r="r" b="b"/>
              <a:pathLst>
                <a:path w="55332" h="4834" fill="none" extrusionOk="0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1" name="Google Shape;2161;p25"/>
            <p:cNvSpPr/>
            <p:nvPr/>
          </p:nvSpPr>
          <p:spPr>
            <a:xfrm>
              <a:off x="8453686" y="390235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0" y="1488"/>
                  </a:moveTo>
                  <a:cubicBezTo>
                    <a:pt x="0" y="670"/>
                    <a:pt x="670" y="1"/>
                    <a:pt x="1488" y="1"/>
                  </a:cubicBezTo>
                  <a:cubicBezTo>
                    <a:pt x="2306" y="1"/>
                    <a:pt x="2950" y="670"/>
                    <a:pt x="2950" y="1488"/>
                  </a:cubicBezTo>
                  <a:cubicBezTo>
                    <a:pt x="2950" y="2281"/>
                    <a:pt x="2306" y="2951"/>
                    <a:pt x="1488" y="2951"/>
                  </a:cubicBezTo>
                  <a:cubicBezTo>
                    <a:pt x="670" y="2951"/>
                    <a:pt x="0" y="2281"/>
                    <a:pt x="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2" name="Google Shape;2162;p25"/>
            <p:cNvSpPr/>
            <p:nvPr/>
          </p:nvSpPr>
          <p:spPr>
            <a:xfrm>
              <a:off x="8478396" y="3927096"/>
              <a:ext cx="43281" cy="42502"/>
            </a:xfrm>
            <a:custGeom>
              <a:avLst/>
              <a:gdLst/>
              <a:ahLst/>
              <a:cxnLst/>
              <a:rect l="l" t="t" r="r" b="b"/>
              <a:pathLst>
                <a:path w="1389" h="1364" extrusionOk="0">
                  <a:moveTo>
                    <a:pt x="695" y="0"/>
                  </a:moveTo>
                  <a:cubicBezTo>
                    <a:pt x="298" y="0"/>
                    <a:pt x="1" y="298"/>
                    <a:pt x="1" y="694"/>
                  </a:cubicBezTo>
                  <a:cubicBezTo>
                    <a:pt x="1" y="1066"/>
                    <a:pt x="298" y="1363"/>
                    <a:pt x="695" y="1363"/>
                  </a:cubicBezTo>
                  <a:cubicBezTo>
                    <a:pt x="1067" y="1363"/>
                    <a:pt x="1389" y="1066"/>
                    <a:pt x="1389" y="694"/>
                  </a:cubicBezTo>
                  <a:cubicBezTo>
                    <a:pt x="1389" y="298"/>
                    <a:pt x="1067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3" name="Google Shape;2163;p25"/>
            <p:cNvSpPr/>
            <p:nvPr/>
          </p:nvSpPr>
          <p:spPr>
            <a:xfrm>
              <a:off x="7857346" y="400200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4" name="Google Shape;2164;p25"/>
            <p:cNvSpPr/>
            <p:nvPr/>
          </p:nvSpPr>
          <p:spPr>
            <a:xfrm>
              <a:off x="7882087" y="4026715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5" name="Google Shape;2165;p25"/>
            <p:cNvSpPr/>
            <p:nvPr/>
          </p:nvSpPr>
          <p:spPr>
            <a:xfrm>
              <a:off x="8545608" y="3948721"/>
              <a:ext cx="1134754" cy="175368"/>
            </a:xfrm>
            <a:custGeom>
              <a:avLst/>
              <a:gdLst/>
              <a:ahLst/>
              <a:cxnLst/>
              <a:rect l="l" t="t" r="r" b="b"/>
              <a:pathLst>
                <a:path w="36417" h="5628" fill="none" extrusionOk="0">
                  <a:moveTo>
                    <a:pt x="0" y="0"/>
                  </a:moveTo>
                  <a:lnTo>
                    <a:pt x="6049" y="0"/>
                  </a:lnTo>
                  <a:lnTo>
                    <a:pt x="8379" y="2330"/>
                  </a:lnTo>
                  <a:lnTo>
                    <a:pt x="11676" y="5627"/>
                  </a:lnTo>
                  <a:lnTo>
                    <a:pt x="36416" y="5627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66" name="Google Shape;2166;p25"/>
          <p:cNvGrpSpPr/>
          <p:nvPr/>
        </p:nvGrpSpPr>
        <p:grpSpPr>
          <a:xfrm rot="5400000">
            <a:off x="4799100" y="4593800"/>
            <a:ext cx="98902" cy="553090"/>
            <a:chOff x="4898850" y="4820550"/>
            <a:chExt cx="98902" cy="553090"/>
          </a:xfrm>
        </p:grpSpPr>
        <p:sp>
          <p:nvSpPr>
            <p:cNvPr id="2167" name="Google Shape;2167;p25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8" name="Google Shape;2168;p25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9" name="Google Shape;2169;p25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0" name="Google Shape;2170;p25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1" name="Google Shape;2171;p25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72" name="Google Shape;2172;p25"/>
          <p:cNvGrpSpPr/>
          <p:nvPr/>
        </p:nvGrpSpPr>
        <p:grpSpPr>
          <a:xfrm>
            <a:off x="432919" y="4756119"/>
            <a:ext cx="1105976" cy="133969"/>
            <a:chOff x="8183182" y="663852"/>
            <a:chExt cx="1475028" cy="178673"/>
          </a:xfrm>
        </p:grpSpPr>
        <p:grpSp>
          <p:nvGrpSpPr>
            <p:cNvPr id="2173" name="Google Shape;2173;p25"/>
            <p:cNvGrpSpPr/>
            <p:nvPr/>
          </p:nvGrpSpPr>
          <p:grpSpPr>
            <a:xfrm>
              <a:off x="8183182" y="774425"/>
              <a:ext cx="1178025" cy="68100"/>
              <a:chOff x="2024450" y="204150"/>
              <a:chExt cx="1178025" cy="68100"/>
            </a:xfrm>
          </p:grpSpPr>
          <p:sp>
            <p:nvSpPr>
              <p:cNvPr id="2174" name="Google Shape;2174;p25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5" name="Google Shape;2175;p25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6" name="Google Shape;2176;p25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7" name="Google Shape;2177;p25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8" name="Google Shape;2178;p25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9" name="Google Shape;2179;p25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0" name="Google Shape;2180;p25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1" name="Google Shape;2181;p25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2" name="Google Shape;2182;p25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3" name="Google Shape;2183;p25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184" name="Google Shape;2184;p25"/>
            <p:cNvGrpSpPr/>
            <p:nvPr/>
          </p:nvGrpSpPr>
          <p:grpSpPr>
            <a:xfrm>
              <a:off x="8480185" y="663852"/>
              <a:ext cx="1178025" cy="68100"/>
              <a:chOff x="2024450" y="204150"/>
              <a:chExt cx="1178025" cy="68100"/>
            </a:xfrm>
          </p:grpSpPr>
          <p:sp>
            <p:nvSpPr>
              <p:cNvPr id="2185" name="Google Shape;2185;p25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6" name="Google Shape;2186;p25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7" name="Google Shape;2187;p25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8" name="Google Shape;2188;p25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9" name="Google Shape;2189;p25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0" name="Google Shape;2190;p25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1" name="Google Shape;2191;p25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2" name="Google Shape;2192;p25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3" name="Google Shape;2193;p25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4" name="Google Shape;2194;p25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2195" name="Google Shape;2195;p25"/>
          <p:cNvSpPr/>
          <p:nvPr/>
        </p:nvSpPr>
        <p:spPr>
          <a:xfrm rot="5400000">
            <a:off x="8279899" y="4228125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96" name="Google Shape;2196;p25"/>
          <p:cNvSpPr/>
          <p:nvPr/>
        </p:nvSpPr>
        <p:spPr>
          <a:xfrm>
            <a:off x="8161612" y="-348808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197" name="Google Shape;2197;p25"/>
          <p:cNvGrpSpPr/>
          <p:nvPr/>
        </p:nvGrpSpPr>
        <p:grpSpPr>
          <a:xfrm>
            <a:off x="8395576" y="4749303"/>
            <a:ext cx="883262" cy="242091"/>
            <a:chOff x="2300350" y="2601250"/>
            <a:chExt cx="2275275" cy="623625"/>
          </a:xfrm>
        </p:grpSpPr>
        <p:sp>
          <p:nvSpPr>
            <p:cNvPr id="2198" name="Google Shape;2198;p25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9" name="Google Shape;2199;p25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0" name="Google Shape;2200;p25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1" name="Google Shape;2201;p25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2" name="Google Shape;2202;p25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3" name="Google Shape;2203;p25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204" name="Google Shape;2204;p25"/>
          <p:cNvGrpSpPr/>
          <p:nvPr/>
        </p:nvGrpSpPr>
        <p:grpSpPr>
          <a:xfrm>
            <a:off x="5989113" y="235761"/>
            <a:ext cx="1252897" cy="51000"/>
            <a:chOff x="2915381" y="4104819"/>
            <a:chExt cx="1252897" cy="51000"/>
          </a:xfrm>
        </p:grpSpPr>
        <p:sp>
          <p:nvSpPr>
            <p:cNvPr id="2205" name="Google Shape;2205;p25"/>
            <p:cNvSpPr/>
            <p:nvPr/>
          </p:nvSpPr>
          <p:spPr>
            <a:xfrm>
              <a:off x="2915381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6" name="Google Shape;2206;p25"/>
            <p:cNvSpPr/>
            <p:nvPr/>
          </p:nvSpPr>
          <p:spPr>
            <a:xfrm>
              <a:off x="3007850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7" name="Google Shape;2207;p25"/>
            <p:cNvSpPr/>
            <p:nvPr/>
          </p:nvSpPr>
          <p:spPr>
            <a:xfrm>
              <a:off x="3100319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8" name="Google Shape;2208;p25"/>
            <p:cNvSpPr/>
            <p:nvPr/>
          </p:nvSpPr>
          <p:spPr>
            <a:xfrm>
              <a:off x="3192788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9" name="Google Shape;2209;p25"/>
            <p:cNvSpPr/>
            <p:nvPr/>
          </p:nvSpPr>
          <p:spPr>
            <a:xfrm>
              <a:off x="328525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0" name="Google Shape;2210;p25"/>
            <p:cNvSpPr/>
            <p:nvPr/>
          </p:nvSpPr>
          <p:spPr>
            <a:xfrm>
              <a:off x="3377726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1" name="Google Shape;2211;p25"/>
            <p:cNvSpPr/>
            <p:nvPr/>
          </p:nvSpPr>
          <p:spPr>
            <a:xfrm>
              <a:off x="3470195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2" name="Google Shape;2212;p25"/>
            <p:cNvSpPr/>
            <p:nvPr/>
          </p:nvSpPr>
          <p:spPr>
            <a:xfrm>
              <a:off x="3562664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3" name="Google Shape;2213;p25"/>
            <p:cNvSpPr/>
            <p:nvPr/>
          </p:nvSpPr>
          <p:spPr>
            <a:xfrm>
              <a:off x="3655133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4" name="Google Shape;2214;p25"/>
            <p:cNvSpPr/>
            <p:nvPr/>
          </p:nvSpPr>
          <p:spPr>
            <a:xfrm>
              <a:off x="3747602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5" name="Google Shape;2215;p25"/>
            <p:cNvSpPr/>
            <p:nvPr/>
          </p:nvSpPr>
          <p:spPr>
            <a:xfrm>
              <a:off x="38400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6" name="Google Shape;2216;p25"/>
            <p:cNvSpPr/>
            <p:nvPr/>
          </p:nvSpPr>
          <p:spPr>
            <a:xfrm>
              <a:off x="39324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7" name="Google Shape;2217;p25"/>
            <p:cNvSpPr/>
            <p:nvPr/>
          </p:nvSpPr>
          <p:spPr>
            <a:xfrm>
              <a:off x="40248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8" name="Google Shape;2218;p25"/>
            <p:cNvSpPr/>
            <p:nvPr/>
          </p:nvSpPr>
          <p:spPr>
            <a:xfrm>
              <a:off x="41172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219" name="Google Shape;2219;p25"/>
          <p:cNvSpPr txBox="1">
            <a:spLocks noGrp="1"/>
          </p:cNvSpPr>
          <p:nvPr>
            <p:ph type="title"/>
          </p:nvPr>
        </p:nvSpPr>
        <p:spPr>
          <a:xfrm>
            <a:off x="713100" y="539400"/>
            <a:ext cx="7717800" cy="572700"/>
          </a:xfrm>
          <a:prstGeom prst="rect">
            <a:avLst/>
          </a:prstGeom>
          <a:effectLst>
            <a:outerShdw blurRad="85725" algn="bl" rotWithShape="0">
              <a:schemeClr val="accent2">
                <a:alpha val="41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BLANK_11">
    <p:spTree>
      <p:nvGrpSpPr>
        <p:cNvPr id="1" name="Shape 2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21" name="Google Shape;2221;p26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2222" name="Google Shape;2222;p26"/>
            <p:cNvSpPr/>
            <p:nvPr/>
          </p:nvSpPr>
          <p:spPr>
            <a:xfrm>
              <a:off x="597550" y="4893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3" name="Google Shape;2223;p26"/>
            <p:cNvSpPr/>
            <p:nvPr/>
          </p:nvSpPr>
          <p:spPr>
            <a:xfrm>
              <a:off x="597550" y="4780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4" name="Google Shape;2224;p26"/>
            <p:cNvSpPr/>
            <p:nvPr/>
          </p:nvSpPr>
          <p:spPr>
            <a:xfrm>
              <a:off x="597550" y="46671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5" name="Google Shape;2225;p26"/>
            <p:cNvSpPr/>
            <p:nvPr/>
          </p:nvSpPr>
          <p:spPr>
            <a:xfrm>
              <a:off x="597550" y="4553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6" name="Google Shape;2226;p26"/>
            <p:cNvSpPr/>
            <p:nvPr/>
          </p:nvSpPr>
          <p:spPr>
            <a:xfrm>
              <a:off x="597550" y="4441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7" name="Google Shape;2227;p26"/>
            <p:cNvSpPr/>
            <p:nvPr/>
          </p:nvSpPr>
          <p:spPr>
            <a:xfrm>
              <a:off x="597550" y="4328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8" name="Google Shape;2228;p26"/>
            <p:cNvSpPr/>
            <p:nvPr/>
          </p:nvSpPr>
          <p:spPr>
            <a:xfrm>
              <a:off x="597550" y="42150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9" name="Google Shape;2229;p26"/>
            <p:cNvSpPr/>
            <p:nvPr/>
          </p:nvSpPr>
          <p:spPr>
            <a:xfrm>
              <a:off x="597550" y="4101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0" name="Google Shape;2230;p26"/>
            <p:cNvSpPr/>
            <p:nvPr/>
          </p:nvSpPr>
          <p:spPr>
            <a:xfrm>
              <a:off x="597550" y="3988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1" name="Google Shape;2231;p26"/>
            <p:cNvSpPr/>
            <p:nvPr/>
          </p:nvSpPr>
          <p:spPr>
            <a:xfrm>
              <a:off x="597550" y="3875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2" name="Google Shape;2232;p26"/>
            <p:cNvSpPr/>
            <p:nvPr/>
          </p:nvSpPr>
          <p:spPr>
            <a:xfrm>
              <a:off x="597550" y="3762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3" name="Google Shape;2233;p26"/>
            <p:cNvSpPr/>
            <p:nvPr/>
          </p:nvSpPr>
          <p:spPr>
            <a:xfrm>
              <a:off x="597550" y="36496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4" name="Google Shape;2234;p26"/>
            <p:cNvSpPr/>
            <p:nvPr/>
          </p:nvSpPr>
          <p:spPr>
            <a:xfrm>
              <a:off x="597550" y="35364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5" name="Google Shape;2235;p26"/>
            <p:cNvSpPr/>
            <p:nvPr/>
          </p:nvSpPr>
          <p:spPr>
            <a:xfrm>
              <a:off x="597550" y="34232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6" name="Google Shape;2236;p26"/>
            <p:cNvSpPr/>
            <p:nvPr/>
          </p:nvSpPr>
          <p:spPr>
            <a:xfrm>
              <a:off x="597550" y="33100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7" name="Google Shape;2237;p26"/>
            <p:cNvSpPr/>
            <p:nvPr/>
          </p:nvSpPr>
          <p:spPr>
            <a:xfrm>
              <a:off x="597550" y="31967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8" name="Google Shape;2238;p26"/>
            <p:cNvSpPr/>
            <p:nvPr/>
          </p:nvSpPr>
          <p:spPr>
            <a:xfrm>
              <a:off x="597550" y="30835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9" name="Google Shape;2239;p26"/>
            <p:cNvSpPr/>
            <p:nvPr/>
          </p:nvSpPr>
          <p:spPr>
            <a:xfrm>
              <a:off x="597550" y="29703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0" name="Google Shape;2240;p26"/>
            <p:cNvSpPr/>
            <p:nvPr/>
          </p:nvSpPr>
          <p:spPr>
            <a:xfrm>
              <a:off x="597550" y="28578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1" name="Google Shape;2241;p26"/>
            <p:cNvSpPr/>
            <p:nvPr/>
          </p:nvSpPr>
          <p:spPr>
            <a:xfrm>
              <a:off x="597550" y="27446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2" name="Google Shape;2242;p26"/>
            <p:cNvSpPr/>
            <p:nvPr/>
          </p:nvSpPr>
          <p:spPr>
            <a:xfrm>
              <a:off x="597550" y="263140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3" name="Google Shape;2243;p26"/>
            <p:cNvSpPr/>
            <p:nvPr/>
          </p:nvSpPr>
          <p:spPr>
            <a:xfrm>
              <a:off x="597550" y="251817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4" name="Google Shape;2244;p26"/>
            <p:cNvSpPr/>
            <p:nvPr/>
          </p:nvSpPr>
          <p:spPr>
            <a:xfrm>
              <a:off x="597550" y="24049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5" name="Google Shape;2245;p26"/>
            <p:cNvSpPr/>
            <p:nvPr/>
          </p:nvSpPr>
          <p:spPr>
            <a:xfrm>
              <a:off x="597550" y="22917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6" name="Google Shape;2246;p26"/>
            <p:cNvSpPr/>
            <p:nvPr/>
          </p:nvSpPr>
          <p:spPr>
            <a:xfrm>
              <a:off x="597550" y="21792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7" name="Google Shape;2247;p26"/>
            <p:cNvSpPr/>
            <p:nvPr/>
          </p:nvSpPr>
          <p:spPr>
            <a:xfrm>
              <a:off x="597550" y="20660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8" name="Google Shape;2248;p26"/>
            <p:cNvSpPr/>
            <p:nvPr/>
          </p:nvSpPr>
          <p:spPr>
            <a:xfrm>
              <a:off x="597550" y="19528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9" name="Google Shape;2249;p26"/>
            <p:cNvSpPr/>
            <p:nvPr/>
          </p:nvSpPr>
          <p:spPr>
            <a:xfrm>
              <a:off x="597550" y="1839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0" name="Google Shape;2250;p26"/>
            <p:cNvSpPr/>
            <p:nvPr/>
          </p:nvSpPr>
          <p:spPr>
            <a:xfrm>
              <a:off x="597550" y="1726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1" name="Google Shape;2251;p26"/>
            <p:cNvSpPr/>
            <p:nvPr/>
          </p:nvSpPr>
          <p:spPr>
            <a:xfrm>
              <a:off x="597550" y="16131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2" name="Google Shape;2252;p26"/>
            <p:cNvSpPr/>
            <p:nvPr/>
          </p:nvSpPr>
          <p:spPr>
            <a:xfrm>
              <a:off x="597550" y="1499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3" name="Google Shape;2253;p26"/>
            <p:cNvSpPr/>
            <p:nvPr/>
          </p:nvSpPr>
          <p:spPr>
            <a:xfrm>
              <a:off x="597550" y="1387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4" name="Google Shape;2254;p26"/>
            <p:cNvSpPr/>
            <p:nvPr/>
          </p:nvSpPr>
          <p:spPr>
            <a:xfrm>
              <a:off x="597550" y="1274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5" name="Google Shape;2255;p26"/>
            <p:cNvSpPr/>
            <p:nvPr/>
          </p:nvSpPr>
          <p:spPr>
            <a:xfrm>
              <a:off x="597550" y="11610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6" name="Google Shape;2256;p26"/>
            <p:cNvSpPr/>
            <p:nvPr/>
          </p:nvSpPr>
          <p:spPr>
            <a:xfrm>
              <a:off x="597550" y="1047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7" name="Google Shape;2257;p26"/>
            <p:cNvSpPr/>
            <p:nvPr/>
          </p:nvSpPr>
          <p:spPr>
            <a:xfrm>
              <a:off x="597550" y="934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8" name="Google Shape;2258;p26"/>
            <p:cNvSpPr/>
            <p:nvPr/>
          </p:nvSpPr>
          <p:spPr>
            <a:xfrm>
              <a:off x="597550" y="821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9" name="Google Shape;2259;p26"/>
            <p:cNvSpPr/>
            <p:nvPr/>
          </p:nvSpPr>
          <p:spPr>
            <a:xfrm>
              <a:off x="597550" y="708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260" name="Google Shape;2260;p26"/>
          <p:cNvSpPr txBox="1">
            <a:spLocks noGrp="1"/>
          </p:cNvSpPr>
          <p:nvPr>
            <p:ph type="title"/>
          </p:nvPr>
        </p:nvSpPr>
        <p:spPr>
          <a:xfrm>
            <a:off x="713100" y="539400"/>
            <a:ext cx="77178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2261" name="Google Shape;2261;p26"/>
          <p:cNvSpPr txBox="1">
            <a:spLocks noGrp="1"/>
          </p:cNvSpPr>
          <p:nvPr>
            <p:ph type="title" idx="2"/>
          </p:nvPr>
        </p:nvSpPr>
        <p:spPr>
          <a:xfrm>
            <a:off x="841275" y="2611096"/>
            <a:ext cx="2040600" cy="274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2262" name="Google Shape;2262;p26"/>
          <p:cNvSpPr txBox="1">
            <a:spLocks noGrp="1"/>
          </p:cNvSpPr>
          <p:nvPr>
            <p:ph type="subTitle" idx="1"/>
          </p:nvPr>
        </p:nvSpPr>
        <p:spPr>
          <a:xfrm>
            <a:off x="841275" y="3019695"/>
            <a:ext cx="20406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63" name="Google Shape;2263;p26"/>
          <p:cNvSpPr txBox="1">
            <a:spLocks noGrp="1"/>
          </p:cNvSpPr>
          <p:nvPr>
            <p:ph type="title" idx="3" hasCustomPrompt="1"/>
          </p:nvPr>
        </p:nvSpPr>
        <p:spPr>
          <a:xfrm>
            <a:off x="744825" y="1668255"/>
            <a:ext cx="2233500" cy="788700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55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264" name="Google Shape;2264;p26"/>
          <p:cNvSpPr txBox="1">
            <a:spLocks noGrp="1"/>
          </p:cNvSpPr>
          <p:nvPr>
            <p:ph type="title" idx="4"/>
          </p:nvPr>
        </p:nvSpPr>
        <p:spPr>
          <a:xfrm>
            <a:off x="3551593" y="2972975"/>
            <a:ext cx="2040600" cy="274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2265" name="Google Shape;2265;p26"/>
          <p:cNvSpPr txBox="1">
            <a:spLocks noGrp="1"/>
          </p:cNvSpPr>
          <p:nvPr>
            <p:ph type="subTitle" idx="5"/>
          </p:nvPr>
        </p:nvSpPr>
        <p:spPr>
          <a:xfrm>
            <a:off x="3551593" y="3381574"/>
            <a:ext cx="20406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66" name="Google Shape;2266;p26"/>
          <p:cNvSpPr txBox="1">
            <a:spLocks noGrp="1"/>
          </p:cNvSpPr>
          <p:nvPr>
            <p:ph type="title" idx="6" hasCustomPrompt="1"/>
          </p:nvPr>
        </p:nvSpPr>
        <p:spPr>
          <a:xfrm>
            <a:off x="3455143" y="2030134"/>
            <a:ext cx="2233500" cy="788700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55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267" name="Google Shape;2267;p26"/>
          <p:cNvSpPr txBox="1">
            <a:spLocks noGrp="1"/>
          </p:cNvSpPr>
          <p:nvPr>
            <p:ph type="title" idx="7"/>
          </p:nvPr>
        </p:nvSpPr>
        <p:spPr>
          <a:xfrm>
            <a:off x="6261925" y="2611096"/>
            <a:ext cx="2040600" cy="274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2268" name="Google Shape;2268;p26"/>
          <p:cNvSpPr txBox="1">
            <a:spLocks noGrp="1"/>
          </p:cNvSpPr>
          <p:nvPr>
            <p:ph type="subTitle" idx="8"/>
          </p:nvPr>
        </p:nvSpPr>
        <p:spPr>
          <a:xfrm>
            <a:off x="6261925" y="3019695"/>
            <a:ext cx="20406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69" name="Google Shape;2269;p26"/>
          <p:cNvSpPr txBox="1">
            <a:spLocks noGrp="1"/>
          </p:cNvSpPr>
          <p:nvPr>
            <p:ph type="title" idx="9" hasCustomPrompt="1"/>
          </p:nvPr>
        </p:nvSpPr>
        <p:spPr>
          <a:xfrm>
            <a:off x="6165475" y="1668255"/>
            <a:ext cx="2233500" cy="788700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55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grpSp>
        <p:nvGrpSpPr>
          <p:cNvPr id="2270" name="Google Shape;2270;p26"/>
          <p:cNvGrpSpPr/>
          <p:nvPr/>
        </p:nvGrpSpPr>
        <p:grpSpPr>
          <a:xfrm>
            <a:off x="-11" y="4335989"/>
            <a:ext cx="1284435" cy="586800"/>
            <a:chOff x="-11" y="4335989"/>
            <a:chExt cx="1284435" cy="586800"/>
          </a:xfrm>
        </p:grpSpPr>
        <p:sp>
          <p:nvSpPr>
            <p:cNvPr id="2271" name="Google Shape;2271;p26"/>
            <p:cNvSpPr/>
            <p:nvPr/>
          </p:nvSpPr>
          <p:spPr>
            <a:xfrm rot="-5400000">
              <a:off x="348812" y="3987176"/>
              <a:ext cx="586800" cy="1284425"/>
            </a:xfrm>
            <a:prstGeom prst="flowChartOffpageConnector">
              <a:avLst/>
            </a:prstGeom>
            <a:gradFill>
              <a:gsLst>
                <a:gs pos="0">
                  <a:schemeClr val="accent4"/>
                </a:gs>
                <a:gs pos="100000">
                  <a:schemeClr val="lt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272" name="Google Shape;2272;p26"/>
            <p:cNvGrpSpPr/>
            <p:nvPr/>
          </p:nvGrpSpPr>
          <p:grpSpPr>
            <a:xfrm rot="10800000">
              <a:off x="-11" y="4508353"/>
              <a:ext cx="883262" cy="242091"/>
              <a:chOff x="2300350" y="2601250"/>
              <a:chExt cx="2275275" cy="623625"/>
            </a:xfrm>
          </p:grpSpPr>
          <p:sp>
            <p:nvSpPr>
              <p:cNvPr id="2273" name="Google Shape;2273;p26"/>
              <p:cNvSpPr/>
              <p:nvPr/>
            </p:nvSpPr>
            <p:spPr>
              <a:xfrm>
                <a:off x="2300350" y="2601250"/>
                <a:ext cx="3921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684" h="24945" extrusionOk="0">
                    <a:moveTo>
                      <a:pt x="12720" y="0"/>
                    </a:moveTo>
                    <a:cubicBezTo>
                      <a:pt x="13337" y="0"/>
                      <a:pt x="14078" y="247"/>
                      <a:pt x="14572" y="741"/>
                    </a:cubicBezTo>
                    <a:cubicBezTo>
                      <a:pt x="15684" y="1852"/>
                      <a:pt x="15684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684" y="21240"/>
                      <a:pt x="15684" y="22845"/>
                      <a:pt x="14572" y="23957"/>
                    </a:cubicBezTo>
                    <a:cubicBezTo>
                      <a:pt x="13584" y="24944"/>
                      <a:pt x="11855" y="24944"/>
                      <a:pt x="10744" y="23957"/>
                    </a:cubicBezTo>
                    <a:lnTo>
                      <a:pt x="1112" y="14325"/>
                    </a:lnTo>
                    <a:cubicBezTo>
                      <a:pt x="1" y="13213"/>
                      <a:pt x="1" y="11484"/>
                      <a:pt x="1112" y="10496"/>
                    </a:cubicBezTo>
                    <a:lnTo>
                      <a:pt x="10744" y="741"/>
                    </a:lnTo>
                    <a:cubicBezTo>
                      <a:pt x="11361" y="247"/>
                      <a:pt x="11979" y="0"/>
                      <a:pt x="1272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4" name="Google Shape;2274;p26"/>
              <p:cNvSpPr/>
              <p:nvPr/>
            </p:nvSpPr>
            <p:spPr>
              <a:xfrm>
                <a:off x="2680075" y="2601250"/>
                <a:ext cx="389025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1" h="24945" extrusionOk="0">
                    <a:moveTo>
                      <a:pt x="12596" y="0"/>
                    </a:moveTo>
                    <a:cubicBezTo>
                      <a:pt x="13337" y="0"/>
                      <a:pt x="13955" y="247"/>
                      <a:pt x="14449" y="741"/>
                    </a:cubicBezTo>
                    <a:cubicBezTo>
                      <a:pt x="15560" y="1852"/>
                      <a:pt x="15560" y="3581"/>
                      <a:pt x="14449" y="4569"/>
                    </a:cubicBezTo>
                    <a:lnTo>
                      <a:pt x="6669" y="12349"/>
                    </a:lnTo>
                    <a:lnTo>
                      <a:pt x="14449" y="20128"/>
                    </a:lnTo>
                    <a:cubicBezTo>
                      <a:pt x="15560" y="21240"/>
                      <a:pt x="15560" y="22845"/>
                      <a:pt x="14449" y="23957"/>
                    </a:cubicBezTo>
                    <a:cubicBezTo>
                      <a:pt x="13461" y="24944"/>
                      <a:pt x="11732" y="24944"/>
                      <a:pt x="10621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621" y="741"/>
                    </a:lnTo>
                    <a:cubicBezTo>
                      <a:pt x="11238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5" name="Google Shape;2275;p26"/>
              <p:cNvSpPr/>
              <p:nvPr/>
            </p:nvSpPr>
            <p:spPr>
              <a:xfrm>
                <a:off x="3056725" y="2601250"/>
                <a:ext cx="3890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0" h="24945" extrusionOk="0">
                    <a:moveTo>
                      <a:pt x="12596" y="0"/>
                    </a:moveTo>
                    <a:cubicBezTo>
                      <a:pt x="13337" y="0"/>
                      <a:pt x="13954" y="247"/>
                      <a:pt x="14448" y="741"/>
                    </a:cubicBezTo>
                    <a:cubicBezTo>
                      <a:pt x="15559" y="1852"/>
                      <a:pt x="15559" y="3581"/>
                      <a:pt x="14448" y="4569"/>
                    </a:cubicBezTo>
                    <a:lnTo>
                      <a:pt x="6792" y="12349"/>
                    </a:lnTo>
                    <a:lnTo>
                      <a:pt x="14448" y="20128"/>
                    </a:lnTo>
                    <a:cubicBezTo>
                      <a:pt x="15559" y="21240"/>
                      <a:pt x="15559" y="22845"/>
                      <a:pt x="14448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6" name="Google Shape;2276;p26"/>
              <p:cNvSpPr/>
              <p:nvPr/>
            </p:nvSpPr>
            <p:spPr>
              <a:xfrm>
                <a:off x="3433350" y="2601250"/>
                <a:ext cx="3890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0" h="24945" extrusionOk="0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7" name="Google Shape;2277;p26"/>
              <p:cNvSpPr/>
              <p:nvPr/>
            </p:nvSpPr>
            <p:spPr>
              <a:xfrm>
                <a:off x="3810000" y="2601250"/>
                <a:ext cx="3890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0" h="24945" extrusionOk="0">
                    <a:moveTo>
                      <a:pt x="12596" y="0"/>
                    </a:moveTo>
                    <a:cubicBezTo>
                      <a:pt x="13337" y="0"/>
                      <a:pt x="13954" y="247"/>
                      <a:pt x="14572" y="741"/>
                    </a:cubicBezTo>
                    <a:cubicBezTo>
                      <a:pt x="15559" y="1852"/>
                      <a:pt x="15559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59" y="21240"/>
                      <a:pt x="15559" y="22845"/>
                      <a:pt x="14572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978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8" name="Google Shape;2278;p26"/>
              <p:cNvSpPr/>
              <p:nvPr/>
            </p:nvSpPr>
            <p:spPr>
              <a:xfrm>
                <a:off x="4186625" y="2601250"/>
                <a:ext cx="3890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0" h="24945" extrusionOk="0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279" name="Google Shape;2279;p26"/>
          <p:cNvGrpSpPr/>
          <p:nvPr/>
        </p:nvGrpSpPr>
        <p:grpSpPr>
          <a:xfrm>
            <a:off x="1398057" y="-114308"/>
            <a:ext cx="1520982" cy="302065"/>
            <a:chOff x="5642557" y="-150670"/>
            <a:chExt cx="1520982" cy="302065"/>
          </a:xfrm>
        </p:grpSpPr>
        <p:sp>
          <p:nvSpPr>
            <p:cNvPr id="2280" name="Google Shape;2280;p26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1" name="Google Shape;2281;p26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2" name="Google Shape;2282;p26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3" name="Google Shape;2283;p26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4" name="Google Shape;2284;p26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285" name="Google Shape;2285;p26"/>
          <p:cNvGrpSpPr/>
          <p:nvPr/>
        </p:nvGrpSpPr>
        <p:grpSpPr>
          <a:xfrm rot="5400000">
            <a:off x="85100" y="1523550"/>
            <a:ext cx="98902" cy="553090"/>
            <a:chOff x="4898850" y="4820550"/>
            <a:chExt cx="98902" cy="553090"/>
          </a:xfrm>
        </p:grpSpPr>
        <p:sp>
          <p:nvSpPr>
            <p:cNvPr id="2286" name="Google Shape;2286;p26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7" name="Google Shape;2287;p26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8" name="Google Shape;2288;p26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9" name="Google Shape;2289;p26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0" name="Google Shape;2290;p26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291" name="Google Shape;2291;p26"/>
          <p:cNvSpPr/>
          <p:nvPr/>
        </p:nvSpPr>
        <p:spPr>
          <a:xfrm>
            <a:off x="12" y="-1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92" name="Google Shape;2292;p26"/>
          <p:cNvSpPr/>
          <p:nvPr/>
        </p:nvSpPr>
        <p:spPr>
          <a:xfrm>
            <a:off x="-1281605" y="3790979"/>
            <a:ext cx="1994700" cy="6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93" name="Google Shape;2293;p26"/>
          <p:cNvSpPr/>
          <p:nvPr/>
        </p:nvSpPr>
        <p:spPr>
          <a:xfrm rot="10800000">
            <a:off x="8557211" y="3859075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94" name="Google Shape;2294;p26"/>
          <p:cNvSpPr/>
          <p:nvPr/>
        </p:nvSpPr>
        <p:spPr>
          <a:xfrm rot="5400000">
            <a:off x="8206162" y="-34881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295" name="Google Shape;2295;p26"/>
          <p:cNvGrpSpPr/>
          <p:nvPr/>
        </p:nvGrpSpPr>
        <p:grpSpPr>
          <a:xfrm>
            <a:off x="7812807" y="883512"/>
            <a:ext cx="1520982" cy="302065"/>
            <a:chOff x="5642557" y="-150670"/>
            <a:chExt cx="1520982" cy="302065"/>
          </a:xfrm>
        </p:grpSpPr>
        <p:sp>
          <p:nvSpPr>
            <p:cNvPr id="2296" name="Google Shape;2296;p26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7" name="Google Shape;2297;p26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8" name="Google Shape;2298;p26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9" name="Google Shape;2299;p26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0" name="Google Shape;2300;p26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301" name="Google Shape;2301;p26"/>
          <p:cNvGrpSpPr/>
          <p:nvPr/>
        </p:nvGrpSpPr>
        <p:grpSpPr>
          <a:xfrm rot="5400000">
            <a:off x="8520259" y="3926674"/>
            <a:ext cx="302065" cy="1520982"/>
            <a:chOff x="-108754" y="2690919"/>
            <a:chExt cx="302065" cy="1520982"/>
          </a:xfrm>
        </p:grpSpPr>
        <p:sp>
          <p:nvSpPr>
            <p:cNvPr id="2302" name="Google Shape;2302;p26"/>
            <p:cNvSpPr/>
            <p:nvPr/>
          </p:nvSpPr>
          <p:spPr>
            <a:xfrm>
              <a:off x="-62388" y="2782841"/>
              <a:ext cx="209364" cy="1335580"/>
            </a:xfrm>
            <a:custGeom>
              <a:avLst/>
              <a:gdLst/>
              <a:ahLst/>
              <a:cxnLst/>
              <a:rect l="l" t="t" r="r" b="b"/>
              <a:pathLst>
                <a:path w="6719" h="42862" fill="none" extrusionOk="0">
                  <a:moveTo>
                    <a:pt x="0" y="42862"/>
                  </a:moveTo>
                  <a:lnTo>
                    <a:pt x="0" y="23799"/>
                  </a:lnTo>
                  <a:lnTo>
                    <a:pt x="6718" y="17056"/>
                  </a:lnTo>
                  <a:lnTo>
                    <a:pt x="6718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3" name="Google Shape;2303;p26"/>
            <p:cNvSpPr/>
            <p:nvPr/>
          </p:nvSpPr>
          <p:spPr>
            <a:xfrm>
              <a:off x="101358" y="2690919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1"/>
                  </a:moveTo>
                  <a:cubicBezTo>
                    <a:pt x="2281" y="1"/>
                    <a:pt x="2951" y="645"/>
                    <a:pt x="2951" y="1463"/>
                  </a:cubicBezTo>
                  <a:cubicBezTo>
                    <a:pt x="2951" y="2281"/>
                    <a:pt x="2281" y="2951"/>
                    <a:pt x="1463" y="2951"/>
                  </a:cubicBezTo>
                  <a:cubicBezTo>
                    <a:pt x="645" y="2951"/>
                    <a:pt x="1" y="2281"/>
                    <a:pt x="1" y="1463"/>
                  </a:cubicBezTo>
                  <a:cubicBezTo>
                    <a:pt x="1" y="645"/>
                    <a:pt x="645" y="1"/>
                    <a:pt x="1463" y="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4" name="Google Shape;2304;p26"/>
            <p:cNvSpPr/>
            <p:nvPr/>
          </p:nvSpPr>
          <p:spPr>
            <a:xfrm>
              <a:off x="125320" y="2714881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4" y="0"/>
                  </a:moveTo>
                  <a:cubicBezTo>
                    <a:pt x="322" y="0"/>
                    <a:pt x="0" y="322"/>
                    <a:pt x="0" y="694"/>
                  </a:cubicBezTo>
                  <a:cubicBezTo>
                    <a:pt x="0" y="1091"/>
                    <a:pt x="322" y="1388"/>
                    <a:pt x="694" y="1388"/>
                  </a:cubicBezTo>
                  <a:cubicBezTo>
                    <a:pt x="1091" y="1388"/>
                    <a:pt x="1388" y="1091"/>
                    <a:pt x="1388" y="694"/>
                  </a:cubicBezTo>
                  <a:cubicBezTo>
                    <a:pt x="1388" y="322"/>
                    <a:pt x="1091" y="0"/>
                    <a:pt x="69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5" name="Google Shape;2305;p26"/>
            <p:cNvSpPr/>
            <p:nvPr/>
          </p:nvSpPr>
          <p:spPr>
            <a:xfrm>
              <a:off x="-108754" y="4119948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88" y="0"/>
                  </a:moveTo>
                  <a:cubicBezTo>
                    <a:pt x="2306" y="0"/>
                    <a:pt x="2951" y="670"/>
                    <a:pt x="2951" y="1463"/>
                  </a:cubicBezTo>
                  <a:cubicBezTo>
                    <a:pt x="2951" y="2281"/>
                    <a:pt x="2306" y="2950"/>
                    <a:pt x="1488" y="2950"/>
                  </a:cubicBezTo>
                  <a:cubicBezTo>
                    <a:pt x="670" y="2950"/>
                    <a:pt x="1" y="2281"/>
                    <a:pt x="1" y="1463"/>
                  </a:cubicBezTo>
                  <a:cubicBezTo>
                    <a:pt x="1" y="670"/>
                    <a:pt x="670" y="0"/>
                    <a:pt x="1488" y="0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6" name="Google Shape;2306;p26"/>
            <p:cNvSpPr/>
            <p:nvPr/>
          </p:nvSpPr>
          <p:spPr>
            <a:xfrm>
              <a:off x="-84013" y="4144658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BLANK_2">
    <p:spTree>
      <p:nvGrpSpPr>
        <p:cNvPr id="1" name="Shape 2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08" name="Google Shape;2308;p27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2309" name="Google Shape;2309;p27"/>
            <p:cNvSpPr/>
            <p:nvPr/>
          </p:nvSpPr>
          <p:spPr>
            <a:xfrm>
              <a:off x="597550" y="4893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0" name="Google Shape;2310;p27"/>
            <p:cNvSpPr/>
            <p:nvPr/>
          </p:nvSpPr>
          <p:spPr>
            <a:xfrm>
              <a:off x="597550" y="4780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1" name="Google Shape;2311;p27"/>
            <p:cNvSpPr/>
            <p:nvPr/>
          </p:nvSpPr>
          <p:spPr>
            <a:xfrm>
              <a:off x="597550" y="46671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2" name="Google Shape;2312;p27"/>
            <p:cNvSpPr/>
            <p:nvPr/>
          </p:nvSpPr>
          <p:spPr>
            <a:xfrm>
              <a:off x="597550" y="4553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3" name="Google Shape;2313;p27"/>
            <p:cNvSpPr/>
            <p:nvPr/>
          </p:nvSpPr>
          <p:spPr>
            <a:xfrm>
              <a:off x="597550" y="4441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4" name="Google Shape;2314;p27"/>
            <p:cNvSpPr/>
            <p:nvPr/>
          </p:nvSpPr>
          <p:spPr>
            <a:xfrm>
              <a:off x="597550" y="4328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5" name="Google Shape;2315;p27"/>
            <p:cNvSpPr/>
            <p:nvPr/>
          </p:nvSpPr>
          <p:spPr>
            <a:xfrm>
              <a:off x="597550" y="42150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6" name="Google Shape;2316;p27"/>
            <p:cNvSpPr/>
            <p:nvPr/>
          </p:nvSpPr>
          <p:spPr>
            <a:xfrm>
              <a:off x="597550" y="4101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7" name="Google Shape;2317;p27"/>
            <p:cNvSpPr/>
            <p:nvPr/>
          </p:nvSpPr>
          <p:spPr>
            <a:xfrm>
              <a:off x="597550" y="3988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8" name="Google Shape;2318;p27"/>
            <p:cNvSpPr/>
            <p:nvPr/>
          </p:nvSpPr>
          <p:spPr>
            <a:xfrm>
              <a:off x="597550" y="3875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9" name="Google Shape;2319;p27"/>
            <p:cNvSpPr/>
            <p:nvPr/>
          </p:nvSpPr>
          <p:spPr>
            <a:xfrm>
              <a:off x="597550" y="3762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0" name="Google Shape;2320;p27"/>
            <p:cNvSpPr/>
            <p:nvPr/>
          </p:nvSpPr>
          <p:spPr>
            <a:xfrm>
              <a:off x="597550" y="36496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1" name="Google Shape;2321;p27"/>
            <p:cNvSpPr/>
            <p:nvPr/>
          </p:nvSpPr>
          <p:spPr>
            <a:xfrm>
              <a:off x="597550" y="35364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2" name="Google Shape;2322;p27"/>
            <p:cNvSpPr/>
            <p:nvPr/>
          </p:nvSpPr>
          <p:spPr>
            <a:xfrm>
              <a:off x="597550" y="34232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3" name="Google Shape;2323;p27"/>
            <p:cNvSpPr/>
            <p:nvPr/>
          </p:nvSpPr>
          <p:spPr>
            <a:xfrm>
              <a:off x="597550" y="33100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4" name="Google Shape;2324;p27"/>
            <p:cNvSpPr/>
            <p:nvPr/>
          </p:nvSpPr>
          <p:spPr>
            <a:xfrm>
              <a:off x="597550" y="31967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5" name="Google Shape;2325;p27"/>
            <p:cNvSpPr/>
            <p:nvPr/>
          </p:nvSpPr>
          <p:spPr>
            <a:xfrm>
              <a:off x="597550" y="30835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6" name="Google Shape;2326;p27"/>
            <p:cNvSpPr/>
            <p:nvPr/>
          </p:nvSpPr>
          <p:spPr>
            <a:xfrm>
              <a:off x="597550" y="29703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7" name="Google Shape;2327;p27"/>
            <p:cNvSpPr/>
            <p:nvPr/>
          </p:nvSpPr>
          <p:spPr>
            <a:xfrm>
              <a:off x="597550" y="28578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8" name="Google Shape;2328;p27"/>
            <p:cNvSpPr/>
            <p:nvPr/>
          </p:nvSpPr>
          <p:spPr>
            <a:xfrm>
              <a:off x="597550" y="27446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9" name="Google Shape;2329;p27"/>
            <p:cNvSpPr/>
            <p:nvPr/>
          </p:nvSpPr>
          <p:spPr>
            <a:xfrm>
              <a:off x="597550" y="263140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0" name="Google Shape;2330;p27"/>
            <p:cNvSpPr/>
            <p:nvPr/>
          </p:nvSpPr>
          <p:spPr>
            <a:xfrm>
              <a:off x="597550" y="251817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1" name="Google Shape;2331;p27"/>
            <p:cNvSpPr/>
            <p:nvPr/>
          </p:nvSpPr>
          <p:spPr>
            <a:xfrm>
              <a:off x="597550" y="24049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2" name="Google Shape;2332;p27"/>
            <p:cNvSpPr/>
            <p:nvPr/>
          </p:nvSpPr>
          <p:spPr>
            <a:xfrm>
              <a:off x="597550" y="22917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3" name="Google Shape;2333;p27"/>
            <p:cNvSpPr/>
            <p:nvPr/>
          </p:nvSpPr>
          <p:spPr>
            <a:xfrm>
              <a:off x="597550" y="21792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4" name="Google Shape;2334;p27"/>
            <p:cNvSpPr/>
            <p:nvPr/>
          </p:nvSpPr>
          <p:spPr>
            <a:xfrm>
              <a:off x="597550" y="20660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5" name="Google Shape;2335;p27"/>
            <p:cNvSpPr/>
            <p:nvPr/>
          </p:nvSpPr>
          <p:spPr>
            <a:xfrm>
              <a:off x="597550" y="19528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6" name="Google Shape;2336;p27"/>
            <p:cNvSpPr/>
            <p:nvPr/>
          </p:nvSpPr>
          <p:spPr>
            <a:xfrm>
              <a:off x="597550" y="1839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7" name="Google Shape;2337;p27"/>
            <p:cNvSpPr/>
            <p:nvPr/>
          </p:nvSpPr>
          <p:spPr>
            <a:xfrm>
              <a:off x="597550" y="1726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8" name="Google Shape;2338;p27"/>
            <p:cNvSpPr/>
            <p:nvPr/>
          </p:nvSpPr>
          <p:spPr>
            <a:xfrm>
              <a:off x="597550" y="16131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9" name="Google Shape;2339;p27"/>
            <p:cNvSpPr/>
            <p:nvPr/>
          </p:nvSpPr>
          <p:spPr>
            <a:xfrm>
              <a:off x="597550" y="1499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0" name="Google Shape;2340;p27"/>
            <p:cNvSpPr/>
            <p:nvPr/>
          </p:nvSpPr>
          <p:spPr>
            <a:xfrm>
              <a:off x="597550" y="1387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1" name="Google Shape;2341;p27"/>
            <p:cNvSpPr/>
            <p:nvPr/>
          </p:nvSpPr>
          <p:spPr>
            <a:xfrm>
              <a:off x="597550" y="1274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2" name="Google Shape;2342;p27"/>
            <p:cNvSpPr/>
            <p:nvPr/>
          </p:nvSpPr>
          <p:spPr>
            <a:xfrm>
              <a:off x="597550" y="11610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3" name="Google Shape;2343;p27"/>
            <p:cNvSpPr/>
            <p:nvPr/>
          </p:nvSpPr>
          <p:spPr>
            <a:xfrm>
              <a:off x="597550" y="1047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4" name="Google Shape;2344;p27"/>
            <p:cNvSpPr/>
            <p:nvPr/>
          </p:nvSpPr>
          <p:spPr>
            <a:xfrm>
              <a:off x="597550" y="934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5" name="Google Shape;2345;p27"/>
            <p:cNvSpPr/>
            <p:nvPr/>
          </p:nvSpPr>
          <p:spPr>
            <a:xfrm>
              <a:off x="597550" y="821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6" name="Google Shape;2346;p27"/>
            <p:cNvSpPr/>
            <p:nvPr/>
          </p:nvSpPr>
          <p:spPr>
            <a:xfrm>
              <a:off x="597550" y="708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347" name="Google Shape;2347;p27"/>
          <p:cNvSpPr txBox="1">
            <a:spLocks noGrp="1"/>
          </p:cNvSpPr>
          <p:nvPr>
            <p:ph type="title"/>
          </p:nvPr>
        </p:nvSpPr>
        <p:spPr>
          <a:xfrm>
            <a:off x="2335650" y="758125"/>
            <a:ext cx="4472700" cy="955500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 sz="7000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2348" name="Google Shape;2348;p27"/>
          <p:cNvSpPr txBox="1">
            <a:spLocks noGrp="1"/>
          </p:cNvSpPr>
          <p:nvPr>
            <p:ph type="subTitle" idx="1"/>
          </p:nvPr>
        </p:nvSpPr>
        <p:spPr>
          <a:xfrm>
            <a:off x="2335650" y="1667300"/>
            <a:ext cx="4472700" cy="111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49" name="Google Shape;2349;p27"/>
          <p:cNvSpPr txBox="1"/>
          <p:nvPr/>
        </p:nvSpPr>
        <p:spPr>
          <a:xfrm>
            <a:off x="2532450" y="3327757"/>
            <a:ext cx="4079100" cy="64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accent2"/>
                </a:solidFill>
                <a:latin typeface="PT Sans"/>
                <a:ea typeface="PT Sans"/>
                <a:cs typeface="PT Sans"/>
                <a:sym typeface="PT Sans"/>
              </a:rPr>
              <a:t>Credits:</a:t>
            </a:r>
            <a:r>
              <a:rPr lang="en" sz="1200">
                <a:solidFill>
                  <a:schemeClr val="accent2"/>
                </a:solidFill>
                <a:latin typeface="PT Sans"/>
                <a:ea typeface="PT Sans"/>
                <a:cs typeface="PT Sans"/>
                <a:sym typeface="PT Sans"/>
              </a:rPr>
              <a:t> </a:t>
            </a:r>
            <a:r>
              <a:rPr lang="en" sz="1200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rPr>
              <a:t>This presentation template was created by </a:t>
            </a:r>
            <a:r>
              <a:rPr lang="en" sz="1200" b="1">
                <a:solidFill>
                  <a:schemeClr val="accent2"/>
                </a:solidFill>
                <a:uFill>
                  <a:noFill/>
                </a:uFill>
                <a:latin typeface="PT Sans"/>
                <a:ea typeface="PT Sans"/>
                <a:cs typeface="PT Sans"/>
                <a:sym typeface="PT Sans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200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rPr>
              <a:t>, including icons, infographics &amp; images by </a:t>
            </a:r>
            <a:r>
              <a:rPr lang="en" sz="1200" b="1">
                <a:solidFill>
                  <a:schemeClr val="accent2"/>
                </a:solidFill>
                <a:uFill>
                  <a:noFill/>
                </a:uFill>
                <a:latin typeface="PT Sans"/>
                <a:ea typeface="PT Sans"/>
                <a:cs typeface="PT Sans"/>
                <a:sym typeface="PT Sans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endParaRPr sz="1200">
              <a:solidFill>
                <a:schemeClr val="lt1"/>
              </a:solidFill>
              <a:latin typeface="PT Sans"/>
              <a:ea typeface="PT Sans"/>
              <a:cs typeface="PT Sans"/>
              <a:sym typeface="PT Sans"/>
            </a:endParaRPr>
          </a:p>
        </p:txBody>
      </p:sp>
      <p:sp>
        <p:nvSpPr>
          <p:cNvPr id="2350" name="Google Shape;2350;p27"/>
          <p:cNvSpPr/>
          <p:nvPr/>
        </p:nvSpPr>
        <p:spPr>
          <a:xfrm rot="10800000">
            <a:off x="11" y="3859075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351" name="Google Shape;2351;p27"/>
          <p:cNvGrpSpPr/>
          <p:nvPr/>
        </p:nvGrpSpPr>
        <p:grpSpPr>
          <a:xfrm>
            <a:off x="-11" y="606814"/>
            <a:ext cx="1284435" cy="586800"/>
            <a:chOff x="-11" y="606814"/>
            <a:chExt cx="1284435" cy="586800"/>
          </a:xfrm>
        </p:grpSpPr>
        <p:sp>
          <p:nvSpPr>
            <p:cNvPr id="2352" name="Google Shape;2352;p27"/>
            <p:cNvSpPr/>
            <p:nvPr/>
          </p:nvSpPr>
          <p:spPr>
            <a:xfrm rot="-5400000">
              <a:off x="348812" y="258001"/>
              <a:ext cx="586800" cy="1284425"/>
            </a:xfrm>
            <a:prstGeom prst="flowChartOffpageConnector">
              <a:avLst/>
            </a:prstGeom>
            <a:gradFill>
              <a:gsLst>
                <a:gs pos="0">
                  <a:schemeClr val="accent4"/>
                </a:gs>
                <a:gs pos="100000">
                  <a:schemeClr val="lt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353" name="Google Shape;2353;p27"/>
            <p:cNvGrpSpPr/>
            <p:nvPr/>
          </p:nvGrpSpPr>
          <p:grpSpPr>
            <a:xfrm rot="10800000">
              <a:off x="-11" y="779178"/>
              <a:ext cx="883262" cy="242091"/>
              <a:chOff x="2300350" y="2601250"/>
              <a:chExt cx="2275275" cy="623625"/>
            </a:xfrm>
          </p:grpSpPr>
          <p:sp>
            <p:nvSpPr>
              <p:cNvPr id="2354" name="Google Shape;2354;p27"/>
              <p:cNvSpPr/>
              <p:nvPr/>
            </p:nvSpPr>
            <p:spPr>
              <a:xfrm>
                <a:off x="2300350" y="2601250"/>
                <a:ext cx="3921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684" h="24945" extrusionOk="0">
                    <a:moveTo>
                      <a:pt x="12720" y="0"/>
                    </a:moveTo>
                    <a:cubicBezTo>
                      <a:pt x="13337" y="0"/>
                      <a:pt x="14078" y="247"/>
                      <a:pt x="14572" y="741"/>
                    </a:cubicBezTo>
                    <a:cubicBezTo>
                      <a:pt x="15684" y="1852"/>
                      <a:pt x="15684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684" y="21240"/>
                      <a:pt x="15684" y="22845"/>
                      <a:pt x="14572" y="23957"/>
                    </a:cubicBezTo>
                    <a:cubicBezTo>
                      <a:pt x="13584" y="24944"/>
                      <a:pt x="11855" y="24944"/>
                      <a:pt x="10744" y="23957"/>
                    </a:cubicBezTo>
                    <a:lnTo>
                      <a:pt x="1112" y="14325"/>
                    </a:lnTo>
                    <a:cubicBezTo>
                      <a:pt x="1" y="13213"/>
                      <a:pt x="1" y="11484"/>
                      <a:pt x="1112" y="10496"/>
                    </a:cubicBezTo>
                    <a:lnTo>
                      <a:pt x="10744" y="741"/>
                    </a:lnTo>
                    <a:cubicBezTo>
                      <a:pt x="11361" y="247"/>
                      <a:pt x="11979" y="0"/>
                      <a:pt x="1272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5" name="Google Shape;2355;p27"/>
              <p:cNvSpPr/>
              <p:nvPr/>
            </p:nvSpPr>
            <p:spPr>
              <a:xfrm>
                <a:off x="2680075" y="2601250"/>
                <a:ext cx="389025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1" h="24945" extrusionOk="0">
                    <a:moveTo>
                      <a:pt x="12596" y="0"/>
                    </a:moveTo>
                    <a:cubicBezTo>
                      <a:pt x="13337" y="0"/>
                      <a:pt x="13955" y="247"/>
                      <a:pt x="14449" y="741"/>
                    </a:cubicBezTo>
                    <a:cubicBezTo>
                      <a:pt x="15560" y="1852"/>
                      <a:pt x="15560" y="3581"/>
                      <a:pt x="14449" y="4569"/>
                    </a:cubicBezTo>
                    <a:lnTo>
                      <a:pt x="6669" y="12349"/>
                    </a:lnTo>
                    <a:lnTo>
                      <a:pt x="14449" y="20128"/>
                    </a:lnTo>
                    <a:cubicBezTo>
                      <a:pt x="15560" y="21240"/>
                      <a:pt x="15560" y="22845"/>
                      <a:pt x="14449" y="23957"/>
                    </a:cubicBezTo>
                    <a:cubicBezTo>
                      <a:pt x="13461" y="24944"/>
                      <a:pt x="11732" y="24944"/>
                      <a:pt x="10621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621" y="741"/>
                    </a:lnTo>
                    <a:cubicBezTo>
                      <a:pt x="11238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6" name="Google Shape;2356;p27"/>
              <p:cNvSpPr/>
              <p:nvPr/>
            </p:nvSpPr>
            <p:spPr>
              <a:xfrm>
                <a:off x="3056725" y="2601250"/>
                <a:ext cx="3890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0" h="24945" extrusionOk="0">
                    <a:moveTo>
                      <a:pt x="12596" y="0"/>
                    </a:moveTo>
                    <a:cubicBezTo>
                      <a:pt x="13337" y="0"/>
                      <a:pt x="13954" y="247"/>
                      <a:pt x="14448" y="741"/>
                    </a:cubicBezTo>
                    <a:cubicBezTo>
                      <a:pt x="15559" y="1852"/>
                      <a:pt x="15559" y="3581"/>
                      <a:pt x="14448" y="4569"/>
                    </a:cubicBezTo>
                    <a:lnTo>
                      <a:pt x="6792" y="12349"/>
                    </a:lnTo>
                    <a:lnTo>
                      <a:pt x="14448" y="20128"/>
                    </a:lnTo>
                    <a:cubicBezTo>
                      <a:pt x="15559" y="21240"/>
                      <a:pt x="15559" y="22845"/>
                      <a:pt x="14448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7" name="Google Shape;2357;p27"/>
              <p:cNvSpPr/>
              <p:nvPr/>
            </p:nvSpPr>
            <p:spPr>
              <a:xfrm>
                <a:off x="3433350" y="2601250"/>
                <a:ext cx="3890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0" h="24945" extrusionOk="0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8" name="Google Shape;2358;p27"/>
              <p:cNvSpPr/>
              <p:nvPr/>
            </p:nvSpPr>
            <p:spPr>
              <a:xfrm>
                <a:off x="3810000" y="2601250"/>
                <a:ext cx="3890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0" h="24945" extrusionOk="0">
                    <a:moveTo>
                      <a:pt x="12596" y="0"/>
                    </a:moveTo>
                    <a:cubicBezTo>
                      <a:pt x="13337" y="0"/>
                      <a:pt x="13954" y="247"/>
                      <a:pt x="14572" y="741"/>
                    </a:cubicBezTo>
                    <a:cubicBezTo>
                      <a:pt x="15559" y="1852"/>
                      <a:pt x="15559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59" y="21240"/>
                      <a:pt x="15559" y="22845"/>
                      <a:pt x="14572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978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9" name="Google Shape;2359;p27"/>
              <p:cNvSpPr/>
              <p:nvPr/>
            </p:nvSpPr>
            <p:spPr>
              <a:xfrm>
                <a:off x="4186625" y="2601250"/>
                <a:ext cx="3890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0" h="24945" extrusionOk="0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360" name="Google Shape;2360;p27"/>
          <p:cNvGrpSpPr/>
          <p:nvPr/>
        </p:nvGrpSpPr>
        <p:grpSpPr>
          <a:xfrm>
            <a:off x="2618882" y="4981392"/>
            <a:ext cx="1520982" cy="302065"/>
            <a:chOff x="5642557" y="-150670"/>
            <a:chExt cx="1520982" cy="302065"/>
          </a:xfrm>
        </p:grpSpPr>
        <p:sp>
          <p:nvSpPr>
            <p:cNvPr id="2361" name="Google Shape;2361;p27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2" name="Google Shape;2362;p27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3" name="Google Shape;2363;p27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4" name="Google Shape;2364;p27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5" name="Google Shape;2365;p27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366" name="Google Shape;2366;p27"/>
          <p:cNvGrpSpPr/>
          <p:nvPr/>
        </p:nvGrpSpPr>
        <p:grpSpPr>
          <a:xfrm rot="5400000">
            <a:off x="85100" y="1849625"/>
            <a:ext cx="98902" cy="553090"/>
            <a:chOff x="4898850" y="4820550"/>
            <a:chExt cx="98902" cy="553090"/>
          </a:xfrm>
        </p:grpSpPr>
        <p:sp>
          <p:nvSpPr>
            <p:cNvPr id="2367" name="Google Shape;2367;p27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8" name="Google Shape;2368;p27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9" name="Google Shape;2369;p27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0" name="Google Shape;2370;p27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1" name="Google Shape;2371;p27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372" name="Google Shape;2372;p27"/>
          <p:cNvGrpSpPr/>
          <p:nvPr/>
        </p:nvGrpSpPr>
        <p:grpSpPr>
          <a:xfrm>
            <a:off x="-1414555" y="2830129"/>
            <a:ext cx="2297800" cy="347400"/>
            <a:chOff x="-1414555" y="2830129"/>
            <a:chExt cx="2297800" cy="347400"/>
          </a:xfrm>
        </p:grpSpPr>
        <p:sp>
          <p:nvSpPr>
            <p:cNvPr id="2373" name="Google Shape;2373;p27"/>
            <p:cNvSpPr/>
            <p:nvPr/>
          </p:nvSpPr>
          <p:spPr>
            <a:xfrm>
              <a:off x="-1414555" y="3109429"/>
              <a:ext cx="1994700" cy="6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4" name="Google Shape;2374;p27"/>
            <p:cNvSpPr/>
            <p:nvPr/>
          </p:nvSpPr>
          <p:spPr>
            <a:xfrm>
              <a:off x="-1111455" y="2830129"/>
              <a:ext cx="1994700" cy="6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375" name="Google Shape;2375;p27"/>
          <p:cNvGrpSpPr/>
          <p:nvPr/>
        </p:nvGrpSpPr>
        <p:grpSpPr>
          <a:xfrm flipH="1">
            <a:off x="-529079" y="4313280"/>
            <a:ext cx="1823016" cy="196994"/>
            <a:chOff x="7857346" y="4002005"/>
            <a:chExt cx="1823016" cy="196994"/>
          </a:xfrm>
        </p:grpSpPr>
        <p:sp>
          <p:nvSpPr>
            <p:cNvPr id="2376" name="Google Shape;2376;p27"/>
            <p:cNvSpPr/>
            <p:nvPr/>
          </p:nvSpPr>
          <p:spPr>
            <a:xfrm>
              <a:off x="7956216" y="4048371"/>
              <a:ext cx="1724145" cy="150627"/>
            </a:xfrm>
            <a:custGeom>
              <a:avLst/>
              <a:gdLst/>
              <a:ahLst/>
              <a:cxnLst/>
              <a:rect l="l" t="t" r="r" b="b"/>
              <a:pathLst>
                <a:path w="55332" h="4834" fill="none" extrusionOk="0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7" name="Google Shape;2377;p27"/>
            <p:cNvSpPr/>
            <p:nvPr/>
          </p:nvSpPr>
          <p:spPr>
            <a:xfrm>
              <a:off x="7857346" y="400200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8" name="Google Shape;2378;p27"/>
            <p:cNvSpPr/>
            <p:nvPr/>
          </p:nvSpPr>
          <p:spPr>
            <a:xfrm>
              <a:off x="7882087" y="4026715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379" name="Google Shape;2379;p27"/>
          <p:cNvSpPr/>
          <p:nvPr/>
        </p:nvSpPr>
        <p:spPr>
          <a:xfrm rot="5400000">
            <a:off x="8208384" y="3885676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380" name="Google Shape;2380;p27"/>
          <p:cNvGrpSpPr/>
          <p:nvPr/>
        </p:nvGrpSpPr>
        <p:grpSpPr>
          <a:xfrm>
            <a:off x="5202992" y="4687341"/>
            <a:ext cx="1105976" cy="133969"/>
            <a:chOff x="8183182" y="663852"/>
            <a:chExt cx="1475028" cy="178673"/>
          </a:xfrm>
        </p:grpSpPr>
        <p:grpSp>
          <p:nvGrpSpPr>
            <p:cNvPr id="2381" name="Google Shape;2381;p27"/>
            <p:cNvGrpSpPr/>
            <p:nvPr/>
          </p:nvGrpSpPr>
          <p:grpSpPr>
            <a:xfrm>
              <a:off x="8183182" y="774425"/>
              <a:ext cx="1178025" cy="68100"/>
              <a:chOff x="2024450" y="204150"/>
              <a:chExt cx="1178025" cy="68100"/>
            </a:xfrm>
          </p:grpSpPr>
          <p:sp>
            <p:nvSpPr>
              <p:cNvPr id="2382" name="Google Shape;2382;p27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3" name="Google Shape;2383;p27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4" name="Google Shape;2384;p27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5" name="Google Shape;2385;p27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6" name="Google Shape;2386;p27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7" name="Google Shape;2387;p27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8" name="Google Shape;2388;p27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9" name="Google Shape;2389;p27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0" name="Google Shape;2390;p27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1" name="Google Shape;2391;p27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392" name="Google Shape;2392;p27"/>
            <p:cNvGrpSpPr/>
            <p:nvPr/>
          </p:nvGrpSpPr>
          <p:grpSpPr>
            <a:xfrm>
              <a:off x="8480185" y="663852"/>
              <a:ext cx="1178025" cy="68100"/>
              <a:chOff x="2024450" y="204150"/>
              <a:chExt cx="1178025" cy="68100"/>
            </a:xfrm>
          </p:grpSpPr>
          <p:sp>
            <p:nvSpPr>
              <p:cNvPr id="2393" name="Google Shape;2393;p27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4" name="Google Shape;2394;p27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5" name="Google Shape;2395;p27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6" name="Google Shape;2396;p27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7" name="Google Shape;2397;p27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8" name="Google Shape;2398;p27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9" name="Google Shape;2399;p27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0" name="Google Shape;2400;p27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1" name="Google Shape;2401;p27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2" name="Google Shape;2402;p27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2403" name="Google Shape;2403;p27"/>
          <p:cNvSpPr/>
          <p:nvPr/>
        </p:nvSpPr>
        <p:spPr>
          <a:xfrm rot="10800000">
            <a:off x="8027645" y="2174179"/>
            <a:ext cx="1994700" cy="6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404" name="Google Shape;2404;p27"/>
          <p:cNvGrpSpPr/>
          <p:nvPr/>
        </p:nvGrpSpPr>
        <p:grpSpPr>
          <a:xfrm rot="-5400000">
            <a:off x="7172708" y="384980"/>
            <a:ext cx="1823016" cy="296643"/>
            <a:chOff x="7857346" y="3902355"/>
            <a:chExt cx="1823016" cy="296643"/>
          </a:xfrm>
        </p:grpSpPr>
        <p:sp>
          <p:nvSpPr>
            <p:cNvPr id="2405" name="Google Shape;2405;p27"/>
            <p:cNvSpPr/>
            <p:nvPr/>
          </p:nvSpPr>
          <p:spPr>
            <a:xfrm>
              <a:off x="7956216" y="4048371"/>
              <a:ext cx="1724145" cy="150627"/>
            </a:xfrm>
            <a:custGeom>
              <a:avLst/>
              <a:gdLst/>
              <a:ahLst/>
              <a:cxnLst/>
              <a:rect l="l" t="t" r="r" b="b"/>
              <a:pathLst>
                <a:path w="55332" h="4834" fill="none" extrusionOk="0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6" name="Google Shape;2406;p27"/>
            <p:cNvSpPr/>
            <p:nvPr/>
          </p:nvSpPr>
          <p:spPr>
            <a:xfrm>
              <a:off x="8453686" y="390235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0" y="1488"/>
                  </a:moveTo>
                  <a:cubicBezTo>
                    <a:pt x="0" y="670"/>
                    <a:pt x="670" y="1"/>
                    <a:pt x="1488" y="1"/>
                  </a:cubicBezTo>
                  <a:cubicBezTo>
                    <a:pt x="2306" y="1"/>
                    <a:pt x="2950" y="670"/>
                    <a:pt x="2950" y="1488"/>
                  </a:cubicBezTo>
                  <a:cubicBezTo>
                    <a:pt x="2950" y="2281"/>
                    <a:pt x="2306" y="2951"/>
                    <a:pt x="1488" y="2951"/>
                  </a:cubicBezTo>
                  <a:cubicBezTo>
                    <a:pt x="670" y="2951"/>
                    <a:pt x="0" y="2281"/>
                    <a:pt x="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7" name="Google Shape;2407;p27"/>
            <p:cNvSpPr/>
            <p:nvPr/>
          </p:nvSpPr>
          <p:spPr>
            <a:xfrm>
              <a:off x="8478396" y="3927096"/>
              <a:ext cx="43281" cy="42502"/>
            </a:xfrm>
            <a:custGeom>
              <a:avLst/>
              <a:gdLst/>
              <a:ahLst/>
              <a:cxnLst/>
              <a:rect l="l" t="t" r="r" b="b"/>
              <a:pathLst>
                <a:path w="1389" h="1364" extrusionOk="0">
                  <a:moveTo>
                    <a:pt x="695" y="0"/>
                  </a:moveTo>
                  <a:cubicBezTo>
                    <a:pt x="298" y="0"/>
                    <a:pt x="1" y="298"/>
                    <a:pt x="1" y="694"/>
                  </a:cubicBezTo>
                  <a:cubicBezTo>
                    <a:pt x="1" y="1066"/>
                    <a:pt x="298" y="1363"/>
                    <a:pt x="695" y="1363"/>
                  </a:cubicBezTo>
                  <a:cubicBezTo>
                    <a:pt x="1067" y="1363"/>
                    <a:pt x="1389" y="1066"/>
                    <a:pt x="1389" y="694"/>
                  </a:cubicBezTo>
                  <a:cubicBezTo>
                    <a:pt x="1389" y="298"/>
                    <a:pt x="1067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8" name="Google Shape;2408;p27"/>
            <p:cNvSpPr/>
            <p:nvPr/>
          </p:nvSpPr>
          <p:spPr>
            <a:xfrm>
              <a:off x="7857346" y="400200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9" name="Google Shape;2409;p27"/>
            <p:cNvSpPr/>
            <p:nvPr/>
          </p:nvSpPr>
          <p:spPr>
            <a:xfrm>
              <a:off x="7882087" y="4026715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0" name="Google Shape;2410;p27"/>
            <p:cNvSpPr/>
            <p:nvPr/>
          </p:nvSpPr>
          <p:spPr>
            <a:xfrm>
              <a:off x="8545608" y="3948721"/>
              <a:ext cx="1134754" cy="175368"/>
            </a:xfrm>
            <a:custGeom>
              <a:avLst/>
              <a:gdLst/>
              <a:ahLst/>
              <a:cxnLst/>
              <a:rect l="l" t="t" r="r" b="b"/>
              <a:pathLst>
                <a:path w="36417" h="5628" fill="none" extrusionOk="0">
                  <a:moveTo>
                    <a:pt x="0" y="0"/>
                  </a:moveTo>
                  <a:lnTo>
                    <a:pt x="6049" y="0"/>
                  </a:lnTo>
                  <a:lnTo>
                    <a:pt x="8379" y="2330"/>
                  </a:lnTo>
                  <a:lnTo>
                    <a:pt x="11676" y="5627"/>
                  </a:lnTo>
                  <a:lnTo>
                    <a:pt x="36416" y="5627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411" name="Google Shape;2411;p27"/>
          <p:cNvGrpSpPr/>
          <p:nvPr/>
        </p:nvGrpSpPr>
        <p:grpSpPr>
          <a:xfrm>
            <a:off x="8267392" y="2926266"/>
            <a:ext cx="1105976" cy="133969"/>
            <a:chOff x="8183182" y="663852"/>
            <a:chExt cx="1475028" cy="178673"/>
          </a:xfrm>
        </p:grpSpPr>
        <p:grpSp>
          <p:nvGrpSpPr>
            <p:cNvPr id="2412" name="Google Shape;2412;p27"/>
            <p:cNvGrpSpPr/>
            <p:nvPr/>
          </p:nvGrpSpPr>
          <p:grpSpPr>
            <a:xfrm>
              <a:off x="8183182" y="774425"/>
              <a:ext cx="1178025" cy="68100"/>
              <a:chOff x="2024450" y="204150"/>
              <a:chExt cx="1178025" cy="68100"/>
            </a:xfrm>
          </p:grpSpPr>
          <p:sp>
            <p:nvSpPr>
              <p:cNvPr id="2413" name="Google Shape;2413;p27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4" name="Google Shape;2414;p27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5" name="Google Shape;2415;p27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6" name="Google Shape;2416;p27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7" name="Google Shape;2417;p27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8" name="Google Shape;2418;p27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9" name="Google Shape;2419;p27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0" name="Google Shape;2420;p27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1" name="Google Shape;2421;p27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2" name="Google Shape;2422;p27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423" name="Google Shape;2423;p27"/>
            <p:cNvGrpSpPr/>
            <p:nvPr/>
          </p:nvGrpSpPr>
          <p:grpSpPr>
            <a:xfrm>
              <a:off x="8480185" y="663852"/>
              <a:ext cx="1178025" cy="68100"/>
              <a:chOff x="2024450" y="204150"/>
              <a:chExt cx="1178025" cy="68100"/>
            </a:xfrm>
          </p:grpSpPr>
          <p:sp>
            <p:nvSpPr>
              <p:cNvPr id="2424" name="Google Shape;2424;p27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5" name="Google Shape;2425;p27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6" name="Google Shape;2426;p27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7" name="Google Shape;2427;p27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8" name="Google Shape;2428;p27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9" name="Google Shape;2429;p27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0" name="Google Shape;2430;p27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1" name="Google Shape;2431;p27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2" name="Google Shape;2432;p27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3" name="Google Shape;2433;p27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434" name="Google Shape;2434;p27"/>
          <p:cNvGrpSpPr/>
          <p:nvPr/>
        </p:nvGrpSpPr>
        <p:grpSpPr>
          <a:xfrm>
            <a:off x="2360001" y="376081"/>
            <a:ext cx="1252897" cy="51000"/>
            <a:chOff x="2915381" y="4104819"/>
            <a:chExt cx="1252897" cy="51000"/>
          </a:xfrm>
        </p:grpSpPr>
        <p:sp>
          <p:nvSpPr>
            <p:cNvPr id="2435" name="Google Shape;2435;p27"/>
            <p:cNvSpPr/>
            <p:nvPr/>
          </p:nvSpPr>
          <p:spPr>
            <a:xfrm>
              <a:off x="2915381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6" name="Google Shape;2436;p27"/>
            <p:cNvSpPr/>
            <p:nvPr/>
          </p:nvSpPr>
          <p:spPr>
            <a:xfrm>
              <a:off x="3007850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7" name="Google Shape;2437;p27"/>
            <p:cNvSpPr/>
            <p:nvPr/>
          </p:nvSpPr>
          <p:spPr>
            <a:xfrm>
              <a:off x="3100319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8" name="Google Shape;2438;p27"/>
            <p:cNvSpPr/>
            <p:nvPr/>
          </p:nvSpPr>
          <p:spPr>
            <a:xfrm>
              <a:off x="3192788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9" name="Google Shape;2439;p27"/>
            <p:cNvSpPr/>
            <p:nvPr/>
          </p:nvSpPr>
          <p:spPr>
            <a:xfrm>
              <a:off x="328525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0" name="Google Shape;2440;p27"/>
            <p:cNvSpPr/>
            <p:nvPr/>
          </p:nvSpPr>
          <p:spPr>
            <a:xfrm>
              <a:off x="3377726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1" name="Google Shape;2441;p27"/>
            <p:cNvSpPr/>
            <p:nvPr/>
          </p:nvSpPr>
          <p:spPr>
            <a:xfrm>
              <a:off x="3470195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2" name="Google Shape;2442;p27"/>
            <p:cNvSpPr/>
            <p:nvPr/>
          </p:nvSpPr>
          <p:spPr>
            <a:xfrm>
              <a:off x="3562664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3" name="Google Shape;2443;p27"/>
            <p:cNvSpPr/>
            <p:nvPr/>
          </p:nvSpPr>
          <p:spPr>
            <a:xfrm>
              <a:off x="3655133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4" name="Google Shape;2444;p27"/>
            <p:cNvSpPr/>
            <p:nvPr/>
          </p:nvSpPr>
          <p:spPr>
            <a:xfrm>
              <a:off x="3747602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5" name="Google Shape;2445;p27"/>
            <p:cNvSpPr/>
            <p:nvPr/>
          </p:nvSpPr>
          <p:spPr>
            <a:xfrm>
              <a:off x="38400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6" name="Google Shape;2446;p27"/>
            <p:cNvSpPr/>
            <p:nvPr/>
          </p:nvSpPr>
          <p:spPr>
            <a:xfrm>
              <a:off x="39324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7" name="Google Shape;2447;p27"/>
            <p:cNvSpPr/>
            <p:nvPr/>
          </p:nvSpPr>
          <p:spPr>
            <a:xfrm>
              <a:off x="40248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8" name="Google Shape;2448;p27"/>
            <p:cNvSpPr/>
            <p:nvPr/>
          </p:nvSpPr>
          <p:spPr>
            <a:xfrm>
              <a:off x="41172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3">
    <p:spTree>
      <p:nvGrpSpPr>
        <p:cNvPr id="1" name="Shape 2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50" name="Google Shape;2450;p28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2451" name="Google Shape;2451;p28"/>
            <p:cNvSpPr/>
            <p:nvPr/>
          </p:nvSpPr>
          <p:spPr>
            <a:xfrm>
              <a:off x="597550" y="4893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2" name="Google Shape;2452;p28"/>
            <p:cNvSpPr/>
            <p:nvPr/>
          </p:nvSpPr>
          <p:spPr>
            <a:xfrm>
              <a:off x="597550" y="4780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3" name="Google Shape;2453;p28"/>
            <p:cNvSpPr/>
            <p:nvPr/>
          </p:nvSpPr>
          <p:spPr>
            <a:xfrm>
              <a:off x="597550" y="46671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4" name="Google Shape;2454;p28"/>
            <p:cNvSpPr/>
            <p:nvPr/>
          </p:nvSpPr>
          <p:spPr>
            <a:xfrm>
              <a:off x="597550" y="4553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5" name="Google Shape;2455;p28"/>
            <p:cNvSpPr/>
            <p:nvPr/>
          </p:nvSpPr>
          <p:spPr>
            <a:xfrm>
              <a:off x="597550" y="4441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6" name="Google Shape;2456;p28"/>
            <p:cNvSpPr/>
            <p:nvPr/>
          </p:nvSpPr>
          <p:spPr>
            <a:xfrm>
              <a:off x="597550" y="4328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7" name="Google Shape;2457;p28"/>
            <p:cNvSpPr/>
            <p:nvPr/>
          </p:nvSpPr>
          <p:spPr>
            <a:xfrm>
              <a:off x="597550" y="42150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8" name="Google Shape;2458;p28"/>
            <p:cNvSpPr/>
            <p:nvPr/>
          </p:nvSpPr>
          <p:spPr>
            <a:xfrm>
              <a:off x="597550" y="4101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9" name="Google Shape;2459;p28"/>
            <p:cNvSpPr/>
            <p:nvPr/>
          </p:nvSpPr>
          <p:spPr>
            <a:xfrm>
              <a:off x="597550" y="3988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0" name="Google Shape;2460;p28"/>
            <p:cNvSpPr/>
            <p:nvPr/>
          </p:nvSpPr>
          <p:spPr>
            <a:xfrm>
              <a:off x="597550" y="3875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1" name="Google Shape;2461;p28"/>
            <p:cNvSpPr/>
            <p:nvPr/>
          </p:nvSpPr>
          <p:spPr>
            <a:xfrm>
              <a:off x="597550" y="3762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2" name="Google Shape;2462;p28"/>
            <p:cNvSpPr/>
            <p:nvPr/>
          </p:nvSpPr>
          <p:spPr>
            <a:xfrm>
              <a:off x="597550" y="36496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3" name="Google Shape;2463;p28"/>
            <p:cNvSpPr/>
            <p:nvPr/>
          </p:nvSpPr>
          <p:spPr>
            <a:xfrm>
              <a:off x="597550" y="35364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4" name="Google Shape;2464;p28"/>
            <p:cNvSpPr/>
            <p:nvPr/>
          </p:nvSpPr>
          <p:spPr>
            <a:xfrm>
              <a:off x="597550" y="34232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5" name="Google Shape;2465;p28"/>
            <p:cNvSpPr/>
            <p:nvPr/>
          </p:nvSpPr>
          <p:spPr>
            <a:xfrm>
              <a:off x="597550" y="33100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6" name="Google Shape;2466;p28"/>
            <p:cNvSpPr/>
            <p:nvPr/>
          </p:nvSpPr>
          <p:spPr>
            <a:xfrm>
              <a:off x="597550" y="31967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7" name="Google Shape;2467;p28"/>
            <p:cNvSpPr/>
            <p:nvPr/>
          </p:nvSpPr>
          <p:spPr>
            <a:xfrm>
              <a:off x="597550" y="30835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8" name="Google Shape;2468;p28"/>
            <p:cNvSpPr/>
            <p:nvPr/>
          </p:nvSpPr>
          <p:spPr>
            <a:xfrm>
              <a:off x="597550" y="29703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9" name="Google Shape;2469;p28"/>
            <p:cNvSpPr/>
            <p:nvPr/>
          </p:nvSpPr>
          <p:spPr>
            <a:xfrm>
              <a:off x="597550" y="28578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0" name="Google Shape;2470;p28"/>
            <p:cNvSpPr/>
            <p:nvPr/>
          </p:nvSpPr>
          <p:spPr>
            <a:xfrm>
              <a:off x="597550" y="27446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1" name="Google Shape;2471;p28"/>
            <p:cNvSpPr/>
            <p:nvPr/>
          </p:nvSpPr>
          <p:spPr>
            <a:xfrm>
              <a:off x="597550" y="263140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2" name="Google Shape;2472;p28"/>
            <p:cNvSpPr/>
            <p:nvPr/>
          </p:nvSpPr>
          <p:spPr>
            <a:xfrm>
              <a:off x="597550" y="251817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3" name="Google Shape;2473;p28"/>
            <p:cNvSpPr/>
            <p:nvPr/>
          </p:nvSpPr>
          <p:spPr>
            <a:xfrm>
              <a:off x="597550" y="24049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4" name="Google Shape;2474;p28"/>
            <p:cNvSpPr/>
            <p:nvPr/>
          </p:nvSpPr>
          <p:spPr>
            <a:xfrm>
              <a:off x="597550" y="22917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5" name="Google Shape;2475;p28"/>
            <p:cNvSpPr/>
            <p:nvPr/>
          </p:nvSpPr>
          <p:spPr>
            <a:xfrm>
              <a:off x="597550" y="21792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6" name="Google Shape;2476;p28"/>
            <p:cNvSpPr/>
            <p:nvPr/>
          </p:nvSpPr>
          <p:spPr>
            <a:xfrm>
              <a:off x="597550" y="20660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7" name="Google Shape;2477;p28"/>
            <p:cNvSpPr/>
            <p:nvPr/>
          </p:nvSpPr>
          <p:spPr>
            <a:xfrm>
              <a:off x="597550" y="19528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8" name="Google Shape;2478;p28"/>
            <p:cNvSpPr/>
            <p:nvPr/>
          </p:nvSpPr>
          <p:spPr>
            <a:xfrm>
              <a:off x="597550" y="1839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9" name="Google Shape;2479;p28"/>
            <p:cNvSpPr/>
            <p:nvPr/>
          </p:nvSpPr>
          <p:spPr>
            <a:xfrm>
              <a:off x="597550" y="1726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0" name="Google Shape;2480;p28"/>
            <p:cNvSpPr/>
            <p:nvPr/>
          </p:nvSpPr>
          <p:spPr>
            <a:xfrm>
              <a:off x="597550" y="16131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1" name="Google Shape;2481;p28"/>
            <p:cNvSpPr/>
            <p:nvPr/>
          </p:nvSpPr>
          <p:spPr>
            <a:xfrm>
              <a:off x="597550" y="1499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2" name="Google Shape;2482;p28"/>
            <p:cNvSpPr/>
            <p:nvPr/>
          </p:nvSpPr>
          <p:spPr>
            <a:xfrm>
              <a:off x="597550" y="1387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3" name="Google Shape;2483;p28"/>
            <p:cNvSpPr/>
            <p:nvPr/>
          </p:nvSpPr>
          <p:spPr>
            <a:xfrm>
              <a:off x="597550" y="1274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4" name="Google Shape;2484;p28"/>
            <p:cNvSpPr/>
            <p:nvPr/>
          </p:nvSpPr>
          <p:spPr>
            <a:xfrm>
              <a:off x="597550" y="11610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5" name="Google Shape;2485;p28"/>
            <p:cNvSpPr/>
            <p:nvPr/>
          </p:nvSpPr>
          <p:spPr>
            <a:xfrm>
              <a:off x="597550" y="1047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6" name="Google Shape;2486;p28"/>
            <p:cNvSpPr/>
            <p:nvPr/>
          </p:nvSpPr>
          <p:spPr>
            <a:xfrm>
              <a:off x="597550" y="934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7" name="Google Shape;2487;p28"/>
            <p:cNvSpPr/>
            <p:nvPr/>
          </p:nvSpPr>
          <p:spPr>
            <a:xfrm>
              <a:off x="597550" y="821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8" name="Google Shape;2488;p28"/>
            <p:cNvSpPr/>
            <p:nvPr/>
          </p:nvSpPr>
          <p:spPr>
            <a:xfrm>
              <a:off x="597550" y="708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489" name="Google Shape;2489;p28"/>
          <p:cNvGrpSpPr/>
          <p:nvPr/>
        </p:nvGrpSpPr>
        <p:grpSpPr>
          <a:xfrm rot="5400000">
            <a:off x="85100" y="1849625"/>
            <a:ext cx="98902" cy="553090"/>
            <a:chOff x="4898850" y="4820550"/>
            <a:chExt cx="98902" cy="553090"/>
          </a:xfrm>
        </p:grpSpPr>
        <p:sp>
          <p:nvSpPr>
            <p:cNvPr id="2490" name="Google Shape;2490;p28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1" name="Google Shape;2491;p28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2" name="Google Shape;2492;p28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3" name="Google Shape;2493;p28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4" name="Google Shape;2494;p28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495" name="Google Shape;2495;p28"/>
          <p:cNvGrpSpPr/>
          <p:nvPr/>
        </p:nvGrpSpPr>
        <p:grpSpPr>
          <a:xfrm flipH="1">
            <a:off x="-839729" y="2843530"/>
            <a:ext cx="1823016" cy="196994"/>
            <a:chOff x="7857346" y="4002005"/>
            <a:chExt cx="1823016" cy="196994"/>
          </a:xfrm>
        </p:grpSpPr>
        <p:sp>
          <p:nvSpPr>
            <p:cNvPr id="2496" name="Google Shape;2496;p28"/>
            <p:cNvSpPr/>
            <p:nvPr/>
          </p:nvSpPr>
          <p:spPr>
            <a:xfrm>
              <a:off x="7956216" y="4048371"/>
              <a:ext cx="1724145" cy="150627"/>
            </a:xfrm>
            <a:custGeom>
              <a:avLst/>
              <a:gdLst/>
              <a:ahLst/>
              <a:cxnLst/>
              <a:rect l="l" t="t" r="r" b="b"/>
              <a:pathLst>
                <a:path w="55332" h="4834" fill="none" extrusionOk="0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7" name="Google Shape;2497;p28"/>
            <p:cNvSpPr/>
            <p:nvPr/>
          </p:nvSpPr>
          <p:spPr>
            <a:xfrm>
              <a:off x="7857346" y="400200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8" name="Google Shape;2498;p28"/>
            <p:cNvSpPr/>
            <p:nvPr/>
          </p:nvSpPr>
          <p:spPr>
            <a:xfrm>
              <a:off x="7882087" y="4026715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499" name="Google Shape;2499;p28"/>
          <p:cNvSpPr/>
          <p:nvPr/>
        </p:nvSpPr>
        <p:spPr>
          <a:xfrm rot="5400000">
            <a:off x="8206149" y="3859075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00" name="Google Shape;2500;p28"/>
          <p:cNvSpPr/>
          <p:nvPr/>
        </p:nvSpPr>
        <p:spPr>
          <a:xfrm>
            <a:off x="8206162" y="-34881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501" name="Google Shape;2501;p28"/>
          <p:cNvGrpSpPr/>
          <p:nvPr/>
        </p:nvGrpSpPr>
        <p:grpSpPr>
          <a:xfrm>
            <a:off x="8267392" y="3231066"/>
            <a:ext cx="1105976" cy="133969"/>
            <a:chOff x="8183182" y="663852"/>
            <a:chExt cx="1475028" cy="178673"/>
          </a:xfrm>
        </p:grpSpPr>
        <p:grpSp>
          <p:nvGrpSpPr>
            <p:cNvPr id="2502" name="Google Shape;2502;p28"/>
            <p:cNvGrpSpPr/>
            <p:nvPr/>
          </p:nvGrpSpPr>
          <p:grpSpPr>
            <a:xfrm>
              <a:off x="8183182" y="774425"/>
              <a:ext cx="1178025" cy="68100"/>
              <a:chOff x="2024450" y="204150"/>
              <a:chExt cx="1178025" cy="68100"/>
            </a:xfrm>
          </p:grpSpPr>
          <p:sp>
            <p:nvSpPr>
              <p:cNvPr id="2503" name="Google Shape;2503;p28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4" name="Google Shape;2504;p28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5" name="Google Shape;2505;p28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6" name="Google Shape;2506;p28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7" name="Google Shape;2507;p28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8" name="Google Shape;2508;p28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9" name="Google Shape;2509;p28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0" name="Google Shape;2510;p28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1" name="Google Shape;2511;p28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2" name="Google Shape;2512;p28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513" name="Google Shape;2513;p28"/>
            <p:cNvGrpSpPr/>
            <p:nvPr/>
          </p:nvGrpSpPr>
          <p:grpSpPr>
            <a:xfrm>
              <a:off x="8480185" y="663852"/>
              <a:ext cx="1178025" cy="68100"/>
              <a:chOff x="2024450" y="204150"/>
              <a:chExt cx="1178025" cy="68100"/>
            </a:xfrm>
          </p:grpSpPr>
          <p:sp>
            <p:nvSpPr>
              <p:cNvPr id="2514" name="Google Shape;2514;p28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5" name="Google Shape;2515;p28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6" name="Google Shape;2516;p28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7" name="Google Shape;2517;p28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8" name="Google Shape;2518;p28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9" name="Google Shape;2519;p28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0" name="Google Shape;2520;p28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1" name="Google Shape;2521;p28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2" name="Google Shape;2522;p28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3" name="Google Shape;2523;p28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524" name="Google Shape;2524;p28"/>
          <p:cNvGrpSpPr/>
          <p:nvPr/>
        </p:nvGrpSpPr>
        <p:grpSpPr>
          <a:xfrm flipH="1">
            <a:off x="4834557" y="-107958"/>
            <a:ext cx="1520982" cy="302065"/>
            <a:chOff x="5642557" y="-150670"/>
            <a:chExt cx="1520982" cy="302065"/>
          </a:xfrm>
        </p:grpSpPr>
        <p:sp>
          <p:nvSpPr>
            <p:cNvPr id="2525" name="Google Shape;2525;p28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6" name="Google Shape;2526;p28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7" name="Google Shape;2527;p28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8" name="Google Shape;2528;p28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9" name="Google Shape;2529;p28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530" name="Google Shape;2530;p28"/>
          <p:cNvGrpSpPr/>
          <p:nvPr/>
        </p:nvGrpSpPr>
        <p:grpSpPr>
          <a:xfrm>
            <a:off x="635870" y="-1455296"/>
            <a:ext cx="347400" cy="2297800"/>
            <a:chOff x="6420895" y="-1455296"/>
            <a:chExt cx="347400" cy="2297800"/>
          </a:xfrm>
        </p:grpSpPr>
        <p:sp>
          <p:nvSpPr>
            <p:cNvPr id="2531" name="Google Shape;2531;p28"/>
            <p:cNvSpPr/>
            <p:nvPr/>
          </p:nvSpPr>
          <p:spPr>
            <a:xfrm rot="5400000">
              <a:off x="5457595" y="-491996"/>
              <a:ext cx="1994700" cy="6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2" name="Google Shape;2532;p28"/>
            <p:cNvSpPr/>
            <p:nvPr/>
          </p:nvSpPr>
          <p:spPr>
            <a:xfrm rot="5400000">
              <a:off x="5736895" y="-188896"/>
              <a:ext cx="1994700" cy="6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533" name="Google Shape;2533;p28"/>
          <p:cNvSpPr/>
          <p:nvPr/>
        </p:nvSpPr>
        <p:spPr>
          <a:xfrm rot="-5400000">
            <a:off x="348812" y="4207689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534" name="Google Shape;2534;p28"/>
          <p:cNvGrpSpPr/>
          <p:nvPr/>
        </p:nvGrpSpPr>
        <p:grpSpPr>
          <a:xfrm>
            <a:off x="333809" y="4164674"/>
            <a:ext cx="302065" cy="1520982"/>
            <a:chOff x="-108754" y="2690919"/>
            <a:chExt cx="302065" cy="1520982"/>
          </a:xfrm>
        </p:grpSpPr>
        <p:sp>
          <p:nvSpPr>
            <p:cNvPr id="2535" name="Google Shape;2535;p28"/>
            <p:cNvSpPr/>
            <p:nvPr/>
          </p:nvSpPr>
          <p:spPr>
            <a:xfrm>
              <a:off x="-62388" y="2782841"/>
              <a:ext cx="209364" cy="1335580"/>
            </a:xfrm>
            <a:custGeom>
              <a:avLst/>
              <a:gdLst/>
              <a:ahLst/>
              <a:cxnLst/>
              <a:rect l="l" t="t" r="r" b="b"/>
              <a:pathLst>
                <a:path w="6719" h="42862" fill="none" extrusionOk="0">
                  <a:moveTo>
                    <a:pt x="0" y="42862"/>
                  </a:moveTo>
                  <a:lnTo>
                    <a:pt x="0" y="23799"/>
                  </a:lnTo>
                  <a:lnTo>
                    <a:pt x="6718" y="17056"/>
                  </a:lnTo>
                  <a:lnTo>
                    <a:pt x="6718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6" name="Google Shape;2536;p28"/>
            <p:cNvSpPr/>
            <p:nvPr/>
          </p:nvSpPr>
          <p:spPr>
            <a:xfrm>
              <a:off x="101358" y="2690919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1"/>
                  </a:moveTo>
                  <a:cubicBezTo>
                    <a:pt x="2281" y="1"/>
                    <a:pt x="2951" y="645"/>
                    <a:pt x="2951" y="1463"/>
                  </a:cubicBezTo>
                  <a:cubicBezTo>
                    <a:pt x="2951" y="2281"/>
                    <a:pt x="2281" y="2951"/>
                    <a:pt x="1463" y="2951"/>
                  </a:cubicBezTo>
                  <a:cubicBezTo>
                    <a:pt x="645" y="2951"/>
                    <a:pt x="1" y="2281"/>
                    <a:pt x="1" y="1463"/>
                  </a:cubicBezTo>
                  <a:cubicBezTo>
                    <a:pt x="1" y="645"/>
                    <a:pt x="645" y="1"/>
                    <a:pt x="1463" y="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7" name="Google Shape;2537;p28"/>
            <p:cNvSpPr/>
            <p:nvPr/>
          </p:nvSpPr>
          <p:spPr>
            <a:xfrm>
              <a:off x="125320" y="2714881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4" y="0"/>
                  </a:moveTo>
                  <a:cubicBezTo>
                    <a:pt x="322" y="0"/>
                    <a:pt x="0" y="322"/>
                    <a:pt x="0" y="694"/>
                  </a:cubicBezTo>
                  <a:cubicBezTo>
                    <a:pt x="0" y="1091"/>
                    <a:pt x="322" y="1388"/>
                    <a:pt x="694" y="1388"/>
                  </a:cubicBezTo>
                  <a:cubicBezTo>
                    <a:pt x="1091" y="1388"/>
                    <a:pt x="1388" y="1091"/>
                    <a:pt x="1388" y="694"/>
                  </a:cubicBezTo>
                  <a:cubicBezTo>
                    <a:pt x="1388" y="322"/>
                    <a:pt x="1091" y="0"/>
                    <a:pt x="69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8" name="Google Shape;2538;p28"/>
            <p:cNvSpPr/>
            <p:nvPr/>
          </p:nvSpPr>
          <p:spPr>
            <a:xfrm>
              <a:off x="-108754" y="4119948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88" y="0"/>
                  </a:moveTo>
                  <a:cubicBezTo>
                    <a:pt x="2306" y="0"/>
                    <a:pt x="2951" y="670"/>
                    <a:pt x="2951" y="1463"/>
                  </a:cubicBezTo>
                  <a:cubicBezTo>
                    <a:pt x="2951" y="2281"/>
                    <a:pt x="2306" y="2950"/>
                    <a:pt x="1488" y="2950"/>
                  </a:cubicBezTo>
                  <a:cubicBezTo>
                    <a:pt x="670" y="2950"/>
                    <a:pt x="1" y="2281"/>
                    <a:pt x="1" y="1463"/>
                  </a:cubicBezTo>
                  <a:cubicBezTo>
                    <a:pt x="1" y="670"/>
                    <a:pt x="670" y="0"/>
                    <a:pt x="1488" y="0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9" name="Google Shape;2539;p28"/>
            <p:cNvSpPr/>
            <p:nvPr/>
          </p:nvSpPr>
          <p:spPr>
            <a:xfrm>
              <a:off x="-84013" y="4144658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540" name="Google Shape;2540;p28"/>
          <p:cNvGrpSpPr/>
          <p:nvPr/>
        </p:nvGrpSpPr>
        <p:grpSpPr>
          <a:xfrm>
            <a:off x="8490114" y="2144503"/>
            <a:ext cx="883262" cy="242091"/>
            <a:chOff x="2300350" y="2601250"/>
            <a:chExt cx="2275275" cy="623625"/>
          </a:xfrm>
        </p:grpSpPr>
        <p:sp>
          <p:nvSpPr>
            <p:cNvPr id="2541" name="Google Shape;2541;p28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2" name="Google Shape;2542;p28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3" name="Google Shape;2543;p28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4" name="Google Shape;2544;p28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5" name="Google Shape;2545;p28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6" name="Google Shape;2546;p28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LANK_12">
    <p:spTree>
      <p:nvGrpSpPr>
        <p:cNvPr id="1" name="Shape 2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48" name="Google Shape;2548;p29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2549" name="Google Shape;2549;p29"/>
            <p:cNvSpPr/>
            <p:nvPr/>
          </p:nvSpPr>
          <p:spPr>
            <a:xfrm>
              <a:off x="597550" y="4893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0" name="Google Shape;2550;p29"/>
            <p:cNvSpPr/>
            <p:nvPr/>
          </p:nvSpPr>
          <p:spPr>
            <a:xfrm>
              <a:off x="597550" y="4780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1" name="Google Shape;2551;p29"/>
            <p:cNvSpPr/>
            <p:nvPr/>
          </p:nvSpPr>
          <p:spPr>
            <a:xfrm>
              <a:off x="597550" y="46671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2" name="Google Shape;2552;p29"/>
            <p:cNvSpPr/>
            <p:nvPr/>
          </p:nvSpPr>
          <p:spPr>
            <a:xfrm>
              <a:off x="597550" y="4553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3" name="Google Shape;2553;p29"/>
            <p:cNvSpPr/>
            <p:nvPr/>
          </p:nvSpPr>
          <p:spPr>
            <a:xfrm>
              <a:off x="597550" y="4441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4" name="Google Shape;2554;p29"/>
            <p:cNvSpPr/>
            <p:nvPr/>
          </p:nvSpPr>
          <p:spPr>
            <a:xfrm>
              <a:off x="597550" y="4328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5" name="Google Shape;2555;p29"/>
            <p:cNvSpPr/>
            <p:nvPr/>
          </p:nvSpPr>
          <p:spPr>
            <a:xfrm>
              <a:off x="597550" y="42150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6" name="Google Shape;2556;p29"/>
            <p:cNvSpPr/>
            <p:nvPr/>
          </p:nvSpPr>
          <p:spPr>
            <a:xfrm>
              <a:off x="597550" y="4101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7" name="Google Shape;2557;p29"/>
            <p:cNvSpPr/>
            <p:nvPr/>
          </p:nvSpPr>
          <p:spPr>
            <a:xfrm>
              <a:off x="597550" y="3988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8" name="Google Shape;2558;p29"/>
            <p:cNvSpPr/>
            <p:nvPr/>
          </p:nvSpPr>
          <p:spPr>
            <a:xfrm>
              <a:off x="597550" y="3875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9" name="Google Shape;2559;p29"/>
            <p:cNvSpPr/>
            <p:nvPr/>
          </p:nvSpPr>
          <p:spPr>
            <a:xfrm>
              <a:off x="597550" y="3762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0" name="Google Shape;2560;p29"/>
            <p:cNvSpPr/>
            <p:nvPr/>
          </p:nvSpPr>
          <p:spPr>
            <a:xfrm>
              <a:off x="597550" y="36496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1" name="Google Shape;2561;p29"/>
            <p:cNvSpPr/>
            <p:nvPr/>
          </p:nvSpPr>
          <p:spPr>
            <a:xfrm>
              <a:off x="597550" y="35364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2" name="Google Shape;2562;p29"/>
            <p:cNvSpPr/>
            <p:nvPr/>
          </p:nvSpPr>
          <p:spPr>
            <a:xfrm>
              <a:off x="597550" y="34232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3" name="Google Shape;2563;p29"/>
            <p:cNvSpPr/>
            <p:nvPr/>
          </p:nvSpPr>
          <p:spPr>
            <a:xfrm>
              <a:off x="597550" y="33100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4" name="Google Shape;2564;p29"/>
            <p:cNvSpPr/>
            <p:nvPr/>
          </p:nvSpPr>
          <p:spPr>
            <a:xfrm>
              <a:off x="597550" y="31967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5" name="Google Shape;2565;p29"/>
            <p:cNvSpPr/>
            <p:nvPr/>
          </p:nvSpPr>
          <p:spPr>
            <a:xfrm>
              <a:off x="597550" y="30835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6" name="Google Shape;2566;p29"/>
            <p:cNvSpPr/>
            <p:nvPr/>
          </p:nvSpPr>
          <p:spPr>
            <a:xfrm>
              <a:off x="597550" y="29703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7" name="Google Shape;2567;p29"/>
            <p:cNvSpPr/>
            <p:nvPr/>
          </p:nvSpPr>
          <p:spPr>
            <a:xfrm>
              <a:off x="597550" y="28578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8" name="Google Shape;2568;p29"/>
            <p:cNvSpPr/>
            <p:nvPr/>
          </p:nvSpPr>
          <p:spPr>
            <a:xfrm>
              <a:off x="597550" y="27446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9" name="Google Shape;2569;p29"/>
            <p:cNvSpPr/>
            <p:nvPr/>
          </p:nvSpPr>
          <p:spPr>
            <a:xfrm>
              <a:off x="597550" y="263140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0" name="Google Shape;2570;p29"/>
            <p:cNvSpPr/>
            <p:nvPr/>
          </p:nvSpPr>
          <p:spPr>
            <a:xfrm>
              <a:off x="597550" y="251817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1" name="Google Shape;2571;p29"/>
            <p:cNvSpPr/>
            <p:nvPr/>
          </p:nvSpPr>
          <p:spPr>
            <a:xfrm>
              <a:off x="597550" y="24049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2" name="Google Shape;2572;p29"/>
            <p:cNvSpPr/>
            <p:nvPr/>
          </p:nvSpPr>
          <p:spPr>
            <a:xfrm>
              <a:off x="597550" y="22917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3" name="Google Shape;2573;p29"/>
            <p:cNvSpPr/>
            <p:nvPr/>
          </p:nvSpPr>
          <p:spPr>
            <a:xfrm>
              <a:off x="597550" y="21792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4" name="Google Shape;2574;p29"/>
            <p:cNvSpPr/>
            <p:nvPr/>
          </p:nvSpPr>
          <p:spPr>
            <a:xfrm>
              <a:off x="597550" y="20660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5" name="Google Shape;2575;p29"/>
            <p:cNvSpPr/>
            <p:nvPr/>
          </p:nvSpPr>
          <p:spPr>
            <a:xfrm>
              <a:off x="597550" y="19528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6" name="Google Shape;2576;p29"/>
            <p:cNvSpPr/>
            <p:nvPr/>
          </p:nvSpPr>
          <p:spPr>
            <a:xfrm>
              <a:off x="597550" y="1839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7" name="Google Shape;2577;p29"/>
            <p:cNvSpPr/>
            <p:nvPr/>
          </p:nvSpPr>
          <p:spPr>
            <a:xfrm>
              <a:off x="597550" y="1726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8" name="Google Shape;2578;p29"/>
            <p:cNvSpPr/>
            <p:nvPr/>
          </p:nvSpPr>
          <p:spPr>
            <a:xfrm>
              <a:off x="597550" y="16131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9" name="Google Shape;2579;p29"/>
            <p:cNvSpPr/>
            <p:nvPr/>
          </p:nvSpPr>
          <p:spPr>
            <a:xfrm>
              <a:off x="597550" y="1499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0" name="Google Shape;2580;p29"/>
            <p:cNvSpPr/>
            <p:nvPr/>
          </p:nvSpPr>
          <p:spPr>
            <a:xfrm>
              <a:off x="597550" y="1387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1" name="Google Shape;2581;p29"/>
            <p:cNvSpPr/>
            <p:nvPr/>
          </p:nvSpPr>
          <p:spPr>
            <a:xfrm>
              <a:off x="597550" y="1274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2" name="Google Shape;2582;p29"/>
            <p:cNvSpPr/>
            <p:nvPr/>
          </p:nvSpPr>
          <p:spPr>
            <a:xfrm>
              <a:off x="597550" y="11610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3" name="Google Shape;2583;p29"/>
            <p:cNvSpPr/>
            <p:nvPr/>
          </p:nvSpPr>
          <p:spPr>
            <a:xfrm>
              <a:off x="597550" y="1047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4" name="Google Shape;2584;p29"/>
            <p:cNvSpPr/>
            <p:nvPr/>
          </p:nvSpPr>
          <p:spPr>
            <a:xfrm>
              <a:off x="597550" y="934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5" name="Google Shape;2585;p29"/>
            <p:cNvSpPr/>
            <p:nvPr/>
          </p:nvSpPr>
          <p:spPr>
            <a:xfrm>
              <a:off x="597550" y="821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6" name="Google Shape;2586;p29"/>
            <p:cNvSpPr/>
            <p:nvPr/>
          </p:nvSpPr>
          <p:spPr>
            <a:xfrm>
              <a:off x="597550" y="708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587" name="Google Shape;2587;p29"/>
          <p:cNvGrpSpPr/>
          <p:nvPr/>
        </p:nvGrpSpPr>
        <p:grpSpPr>
          <a:xfrm rot="5400000">
            <a:off x="85100" y="782825"/>
            <a:ext cx="98902" cy="553090"/>
            <a:chOff x="4898850" y="4820550"/>
            <a:chExt cx="98902" cy="553090"/>
          </a:xfrm>
        </p:grpSpPr>
        <p:sp>
          <p:nvSpPr>
            <p:cNvPr id="2588" name="Google Shape;2588;p29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9" name="Google Shape;2589;p29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0" name="Google Shape;2590;p29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1" name="Google Shape;2591;p29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2" name="Google Shape;2592;p29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593" name="Google Shape;2593;p29"/>
          <p:cNvGrpSpPr/>
          <p:nvPr/>
        </p:nvGrpSpPr>
        <p:grpSpPr>
          <a:xfrm>
            <a:off x="-1414555" y="1991929"/>
            <a:ext cx="2297800" cy="347400"/>
            <a:chOff x="-1414555" y="3058729"/>
            <a:chExt cx="2297800" cy="347400"/>
          </a:xfrm>
        </p:grpSpPr>
        <p:sp>
          <p:nvSpPr>
            <p:cNvPr id="2594" name="Google Shape;2594;p29"/>
            <p:cNvSpPr/>
            <p:nvPr/>
          </p:nvSpPr>
          <p:spPr>
            <a:xfrm>
              <a:off x="-1414555" y="3338029"/>
              <a:ext cx="1994700" cy="6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5" name="Google Shape;2595;p29"/>
            <p:cNvSpPr/>
            <p:nvPr/>
          </p:nvSpPr>
          <p:spPr>
            <a:xfrm>
              <a:off x="-1111455" y="3058729"/>
              <a:ext cx="1994700" cy="6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596" name="Google Shape;2596;p29"/>
          <p:cNvGrpSpPr/>
          <p:nvPr/>
        </p:nvGrpSpPr>
        <p:grpSpPr>
          <a:xfrm flipH="1">
            <a:off x="-799254" y="3300805"/>
            <a:ext cx="1823016" cy="196994"/>
            <a:chOff x="7857346" y="4002005"/>
            <a:chExt cx="1823016" cy="196994"/>
          </a:xfrm>
        </p:grpSpPr>
        <p:sp>
          <p:nvSpPr>
            <p:cNvPr id="2597" name="Google Shape;2597;p29"/>
            <p:cNvSpPr/>
            <p:nvPr/>
          </p:nvSpPr>
          <p:spPr>
            <a:xfrm>
              <a:off x="7956216" y="4048371"/>
              <a:ext cx="1724145" cy="150627"/>
            </a:xfrm>
            <a:custGeom>
              <a:avLst/>
              <a:gdLst/>
              <a:ahLst/>
              <a:cxnLst/>
              <a:rect l="l" t="t" r="r" b="b"/>
              <a:pathLst>
                <a:path w="55332" h="4834" fill="none" extrusionOk="0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8" name="Google Shape;2598;p29"/>
            <p:cNvSpPr/>
            <p:nvPr/>
          </p:nvSpPr>
          <p:spPr>
            <a:xfrm>
              <a:off x="7857346" y="400200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9" name="Google Shape;2599;p29"/>
            <p:cNvSpPr/>
            <p:nvPr/>
          </p:nvSpPr>
          <p:spPr>
            <a:xfrm>
              <a:off x="7882087" y="4026715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600" name="Google Shape;2600;p29"/>
          <p:cNvSpPr/>
          <p:nvPr/>
        </p:nvSpPr>
        <p:spPr>
          <a:xfrm rot="5400000">
            <a:off x="8204801" y="-349430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01" name="Google Shape;2601;p29"/>
          <p:cNvSpPr/>
          <p:nvPr/>
        </p:nvSpPr>
        <p:spPr>
          <a:xfrm rot="10800000">
            <a:off x="7736612" y="4392838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602" name="Google Shape;2602;p29"/>
          <p:cNvGrpSpPr/>
          <p:nvPr/>
        </p:nvGrpSpPr>
        <p:grpSpPr>
          <a:xfrm rot="5400000">
            <a:off x="8288664" y="2674962"/>
            <a:ext cx="883262" cy="242091"/>
            <a:chOff x="2300350" y="2601250"/>
            <a:chExt cx="2275275" cy="623625"/>
          </a:xfrm>
        </p:grpSpPr>
        <p:sp>
          <p:nvSpPr>
            <p:cNvPr id="2603" name="Google Shape;2603;p29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4" name="Google Shape;2604;p29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5" name="Google Shape;2605;p29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6" name="Google Shape;2606;p29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7" name="Google Shape;2607;p29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8" name="Google Shape;2608;p29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609" name="Google Shape;2609;p29"/>
          <p:cNvGrpSpPr/>
          <p:nvPr/>
        </p:nvGrpSpPr>
        <p:grpSpPr>
          <a:xfrm>
            <a:off x="8533046" y="-288388"/>
            <a:ext cx="302065" cy="1520982"/>
            <a:chOff x="-108754" y="2690919"/>
            <a:chExt cx="302065" cy="1520982"/>
          </a:xfrm>
        </p:grpSpPr>
        <p:sp>
          <p:nvSpPr>
            <p:cNvPr id="2610" name="Google Shape;2610;p29"/>
            <p:cNvSpPr/>
            <p:nvPr/>
          </p:nvSpPr>
          <p:spPr>
            <a:xfrm>
              <a:off x="-62388" y="2782841"/>
              <a:ext cx="209364" cy="1335580"/>
            </a:xfrm>
            <a:custGeom>
              <a:avLst/>
              <a:gdLst/>
              <a:ahLst/>
              <a:cxnLst/>
              <a:rect l="l" t="t" r="r" b="b"/>
              <a:pathLst>
                <a:path w="6719" h="42862" fill="none" extrusionOk="0">
                  <a:moveTo>
                    <a:pt x="0" y="42862"/>
                  </a:moveTo>
                  <a:lnTo>
                    <a:pt x="0" y="23799"/>
                  </a:lnTo>
                  <a:lnTo>
                    <a:pt x="6718" y="17056"/>
                  </a:lnTo>
                  <a:lnTo>
                    <a:pt x="6718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1" name="Google Shape;2611;p29"/>
            <p:cNvSpPr/>
            <p:nvPr/>
          </p:nvSpPr>
          <p:spPr>
            <a:xfrm>
              <a:off x="101358" y="2690919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1"/>
                  </a:moveTo>
                  <a:cubicBezTo>
                    <a:pt x="2281" y="1"/>
                    <a:pt x="2951" y="645"/>
                    <a:pt x="2951" y="1463"/>
                  </a:cubicBezTo>
                  <a:cubicBezTo>
                    <a:pt x="2951" y="2281"/>
                    <a:pt x="2281" y="2951"/>
                    <a:pt x="1463" y="2951"/>
                  </a:cubicBezTo>
                  <a:cubicBezTo>
                    <a:pt x="645" y="2951"/>
                    <a:pt x="1" y="2281"/>
                    <a:pt x="1" y="1463"/>
                  </a:cubicBezTo>
                  <a:cubicBezTo>
                    <a:pt x="1" y="645"/>
                    <a:pt x="645" y="1"/>
                    <a:pt x="1463" y="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2" name="Google Shape;2612;p29"/>
            <p:cNvSpPr/>
            <p:nvPr/>
          </p:nvSpPr>
          <p:spPr>
            <a:xfrm>
              <a:off x="125320" y="2714881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4" y="0"/>
                  </a:moveTo>
                  <a:cubicBezTo>
                    <a:pt x="322" y="0"/>
                    <a:pt x="0" y="322"/>
                    <a:pt x="0" y="694"/>
                  </a:cubicBezTo>
                  <a:cubicBezTo>
                    <a:pt x="0" y="1091"/>
                    <a:pt x="322" y="1388"/>
                    <a:pt x="694" y="1388"/>
                  </a:cubicBezTo>
                  <a:cubicBezTo>
                    <a:pt x="1091" y="1388"/>
                    <a:pt x="1388" y="1091"/>
                    <a:pt x="1388" y="694"/>
                  </a:cubicBezTo>
                  <a:cubicBezTo>
                    <a:pt x="1388" y="322"/>
                    <a:pt x="1091" y="0"/>
                    <a:pt x="69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3" name="Google Shape;2613;p29"/>
            <p:cNvSpPr/>
            <p:nvPr/>
          </p:nvSpPr>
          <p:spPr>
            <a:xfrm>
              <a:off x="-108754" y="4119948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88" y="0"/>
                  </a:moveTo>
                  <a:cubicBezTo>
                    <a:pt x="2306" y="0"/>
                    <a:pt x="2951" y="670"/>
                    <a:pt x="2951" y="1463"/>
                  </a:cubicBezTo>
                  <a:cubicBezTo>
                    <a:pt x="2951" y="2281"/>
                    <a:pt x="2306" y="2950"/>
                    <a:pt x="1488" y="2950"/>
                  </a:cubicBezTo>
                  <a:cubicBezTo>
                    <a:pt x="670" y="2950"/>
                    <a:pt x="1" y="2281"/>
                    <a:pt x="1" y="1463"/>
                  </a:cubicBezTo>
                  <a:cubicBezTo>
                    <a:pt x="1" y="670"/>
                    <a:pt x="670" y="0"/>
                    <a:pt x="1488" y="0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4" name="Google Shape;2614;p29"/>
            <p:cNvSpPr/>
            <p:nvPr/>
          </p:nvSpPr>
          <p:spPr>
            <a:xfrm>
              <a:off x="-84013" y="4144658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615" name="Google Shape;2615;p29"/>
          <p:cNvGrpSpPr/>
          <p:nvPr/>
        </p:nvGrpSpPr>
        <p:grpSpPr>
          <a:xfrm>
            <a:off x="1176957" y="-107958"/>
            <a:ext cx="1520982" cy="302065"/>
            <a:chOff x="5642557" y="-150670"/>
            <a:chExt cx="1520982" cy="302065"/>
          </a:xfrm>
        </p:grpSpPr>
        <p:sp>
          <p:nvSpPr>
            <p:cNvPr id="2616" name="Google Shape;2616;p29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7" name="Google Shape;2617;p29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8" name="Google Shape;2618;p29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9" name="Google Shape;2619;p29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0" name="Google Shape;2620;p29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621" name="Google Shape;2621;p29"/>
          <p:cNvGrpSpPr/>
          <p:nvPr/>
        </p:nvGrpSpPr>
        <p:grpSpPr>
          <a:xfrm>
            <a:off x="6420895" y="-1455296"/>
            <a:ext cx="347400" cy="2297800"/>
            <a:chOff x="6420895" y="-1455296"/>
            <a:chExt cx="347400" cy="2297800"/>
          </a:xfrm>
        </p:grpSpPr>
        <p:sp>
          <p:nvSpPr>
            <p:cNvPr id="2622" name="Google Shape;2622;p29"/>
            <p:cNvSpPr/>
            <p:nvPr/>
          </p:nvSpPr>
          <p:spPr>
            <a:xfrm rot="5400000">
              <a:off x="5457595" y="-491996"/>
              <a:ext cx="1994700" cy="6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3" name="Google Shape;2623;p29"/>
            <p:cNvSpPr/>
            <p:nvPr/>
          </p:nvSpPr>
          <p:spPr>
            <a:xfrm rot="5400000">
              <a:off x="5736895" y="-188896"/>
              <a:ext cx="1994700" cy="6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624" name="Google Shape;2624;p29"/>
          <p:cNvGrpSpPr/>
          <p:nvPr/>
        </p:nvGrpSpPr>
        <p:grpSpPr>
          <a:xfrm>
            <a:off x="-222733" y="4310689"/>
            <a:ext cx="1507157" cy="586800"/>
            <a:chOff x="-222733" y="4310689"/>
            <a:chExt cx="1507157" cy="586800"/>
          </a:xfrm>
        </p:grpSpPr>
        <p:sp>
          <p:nvSpPr>
            <p:cNvPr id="2625" name="Google Shape;2625;p29"/>
            <p:cNvSpPr/>
            <p:nvPr/>
          </p:nvSpPr>
          <p:spPr>
            <a:xfrm rot="-5400000">
              <a:off x="348812" y="3961876"/>
              <a:ext cx="586800" cy="1284425"/>
            </a:xfrm>
            <a:prstGeom prst="flowChartOffpageConnector">
              <a:avLst/>
            </a:prstGeom>
            <a:gradFill>
              <a:gsLst>
                <a:gs pos="0">
                  <a:schemeClr val="accent4"/>
                </a:gs>
                <a:gs pos="100000">
                  <a:schemeClr val="lt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626" name="Google Shape;2626;p29"/>
            <p:cNvGrpSpPr/>
            <p:nvPr/>
          </p:nvGrpSpPr>
          <p:grpSpPr>
            <a:xfrm>
              <a:off x="-222733" y="4537116"/>
              <a:ext cx="1105976" cy="133969"/>
              <a:chOff x="8183182" y="663852"/>
              <a:chExt cx="1475028" cy="178673"/>
            </a:xfrm>
          </p:grpSpPr>
          <p:grpSp>
            <p:nvGrpSpPr>
              <p:cNvPr id="2627" name="Google Shape;2627;p29"/>
              <p:cNvGrpSpPr/>
              <p:nvPr/>
            </p:nvGrpSpPr>
            <p:grpSpPr>
              <a:xfrm>
                <a:off x="8183182" y="774425"/>
                <a:ext cx="1178025" cy="68100"/>
                <a:chOff x="2024450" y="204150"/>
                <a:chExt cx="1178025" cy="68100"/>
              </a:xfrm>
            </p:grpSpPr>
            <p:sp>
              <p:nvSpPr>
                <p:cNvPr id="2628" name="Google Shape;2628;p29"/>
                <p:cNvSpPr/>
                <p:nvPr/>
              </p:nvSpPr>
              <p:spPr>
                <a:xfrm>
                  <a:off x="20244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29" name="Google Shape;2629;p29"/>
                <p:cNvSpPr/>
                <p:nvPr/>
              </p:nvSpPr>
              <p:spPr>
                <a:xfrm>
                  <a:off x="21477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30" name="Google Shape;2630;p29"/>
                <p:cNvSpPr/>
                <p:nvPr/>
              </p:nvSpPr>
              <p:spPr>
                <a:xfrm>
                  <a:off x="227110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31" name="Google Shape;2631;p29"/>
                <p:cNvSpPr/>
                <p:nvPr/>
              </p:nvSpPr>
              <p:spPr>
                <a:xfrm>
                  <a:off x="239442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32" name="Google Shape;2632;p29"/>
                <p:cNvSpPr/>
                <p:nvPr/>
              </p:nvSpPr>
              <p:spPr>
                <a:xfrm>
                  <a:off x="25177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33" name="Google Shape;2633;p29"/>
                <p:cNvSpPr/>
                <p:nvPr/>
              </p:nvSpPr>
              <p:spPr>
                <a:xfrm>
                  <a:off x="26410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34" name="Google Shape;2634;p29"/>
                <p:cNvSpPr/>
                <p:nvPr/>
              </p:nvSpPr>
              <p:spPr>
                <a:xfrm>
                  <a:off x="276440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35" name="Google Shape;2635;p29"/>
                <p:cNvSpPr/>
                <p:nvPr/>
              </p:nvSpPr>
              <p:spPr>
                <a:xfrm>
                  <a:off x="288772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36" name="Google Shape;2636;p29"/>
                <p:cNvSpPr/>
                <p:nvPr/>
              </p:nvSpPr>
              <p:spPr>
                <a:xfrm>
                  <a:off x="30110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37" name="Google Shape;2637;p29"/>
                <p:cNvSpPr/>
                <p:nvPr/>
              </p:nvSpPr>
              <p:spPr>
                <a:xfrm>
                  <a:off x="31343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638" name="Google Shape;2638;p29"/>
              <p:cNvGrpSpPr/>
              <p:nvPr/>
            </p:nvGrpSpPr>
            <p:grpSpPr>
              <a:xfrm>
                <a:off x="8480185" y="663852"/>
                <a:ext cx="1178025" cy="68100"/>
                <a:chOff x="2024450" y="204150"/>
                <a:chExt cx="1178025" cy="68100"/>
              </a:xfrm>
            </p:grpSpPr>
            <p:sp>
              <p:nvSpPr>
                <p:cNvPr id="2639" name="Google Shape;2639;p29"/>
                <p:cNvSpPr/>
                <p:nvPr/>
              </p:nvSpPr>
              <p:spPr>
                <a:xfrm>
                  <a:off x="20244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40" name="Google Shape;2640;p29"/>
                <p:cNvSpPr/>
                <p:nvPr/>
              </p:nvSpPr>
              <p:spPr>
                <a:xfrm>
                  <a:off x="21477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41" name="Google Shape;2641;p29"/>
                <p:cNvSpPr/>
                <p:nvPr/>
              </p:nvSpPr>
              <p:spPr>
                <a:xfrm>
                  <a:off x="227110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42" name="Google Shape;2642;p29"/>
                <p:cNvSpPr/>
                <p:nvPr/>
              </p:nvSpPr>
              <p:spPr>
                <a:xfrm>
                  <a:off x="239442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43" name="Google Shape;2643;p29"/>
                <p:cNvSpPr/>
                <p:nvPr/>
              </p:nvSpPr>
              <p:spPr>
                <a:xfrm>
                  <a:off x="25177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44" name="Google Shape;2644;p29"/>
                <p:cNvSpPr/>
                <p:nvPr/>
              </p:nvSpPr>
              <p:spPr>
                <a:xfrm>
                  <a:off x="26410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45" name="Google Shape;2645;p29"/>
                <p:cNvSpPr/>
                <p:nvPr/>
              </p:nvSpPr>
              <p:spPr>
                <a:xfrm>
                  <a:off x="276440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46" name="Google Shape;2646;p29"/>
                <p:cNvSpPr/>
                <p:nvPr/>
              </p:nvSpPr>
              <p:spPr>
                <a:xfrm>
                  <a:off x="288772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47" name="Google Shape;2647;p29"/>
                <p:cNvSpPr/>
                <p:nvPr/>
              </p:nvSpPr>
              <p:spPr>
                <a:xfrm>
                  <a:off x="30110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48" name="Google Shape;2648;p29"/>
                <p:cNvSpPr/>
                <p:nvPr/>
              </p:nvSpPr>
              <p:spPr>
                <a:xfrm>
                  <a:off x="31343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 1">
  <p:cSld name="BLANK_12_1">
    <p:spTree>
      <p:nvGrpSpPr>
        <p:cNvPr id="1" name="Shape 2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50" name="Google Shape;2650;p30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2651" name="Google Shape;2651;p30"/>
            <p:cNvSpPr/>
            <p:nvPr/>
          </p:nvSpPr>
          <p:spPr>
            <a:xfrm>
              <a:off x="597550" y="4893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2" name="Google Shape;2652;p30"/>
            <p:cNvSpPr/>
            <p:nvPr/>
          </p:nvSpPr>
          <p:spPr>
            <a:xfrm>
              <a:off x="597550" y="4780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3" name="Google Shape;2653;p30"/>
            <p:cNvSpPr/>
            <p:nvPr/>
          </p:nvSpPr>
          <p:spPr>
            <a:xfrm>
              <a:off x="597550" y="46671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4" name="Google Shape;2654;p30"/>
            <p:cNvSpPr/>
            <p:nvPr/>
          </p:nvSpPr>
          <p:spPr>
            <a:xfrm>
              <a:off x="597550" y="4553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5" name="Google Shape;2655;p30"/>
            <p:cNvSpPr/>
            <p:nvPr/>
          </p:nvSpPr>
          <p:spPr>
            <a:xfrm>
              <a:off x="597550" y="4441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6" name="Google Shape;2656;p30"/>
            <p:cNvSpPr/>
            <p:nvPr/>
          </p:nvSpPr>
          <p:spPr>
            <a:xfrm>
              <a:off x="597550" y="4328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7" name="Google Shape;2657;p30"/>
            <p:cNvSpPr/>
            <p:nvPr/>
          </p:nvSpPr>
          <p:spPr>
            <a:xfrm>
              <a:off x="597550" y="42150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8" name="Google Shape;2658;p30"/>
            <p:cNvSpPr/>
            <p:nvPr/>
          </p:nvSpPr>
          <p:spPr>
            <a:xfrm>
              <a:off x="597550" y="4101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9" name="Google Shape;2659;p30"/>
            <p:cNvSpPr/>
            <p:nvPr/>
          </p:nvSpPr>
          <p:spPr>
            <a:xfrm>
              <a:off x="597550" y="3988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0" name="Google Shape;2660;p30"/>
            <p:cNvSpPr/>
            <p:nvPr/>
          </p:nvSpPr>
          <p:spPr>
            <a:xfrm>
              <a:off x="597550" y="3875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1" name="Google Shape;2661;p30"/>
            <p:cNvSpPr/>
            <p:nvPr/>
          </p:nvSpPr>
          <p:spPr>
            <a:xfrm>
              <a:off x="597550" y="3762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2" name="Google Shape;2662;p30"/>
            <p:cNvSpPr/>
            <p:nvPr/>
          </p:nvSpPr>
          <p:spPr>
            <a:xfrm>
              <a:off x="597550" y="36496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3" name="Google Shape;2663;p30"/>
            <p:cNvSpPr/>
            <p:nvPr/>
          </p:nvSpPr>
          <p:spPr>
            <a:xfrm>
              <a:off x="597550" y="35364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4" name="Google Shape;2664;p30"/>
            <p:cNvSpPr/>
            <p:nvPr/>
          </p:nvSpPr>
          <p:spPr>
            <a:xfrm>
              <a:off x="597550" y="34232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5" name="Google Shape;2665;p30"/>
            <p:cNvSpPr/>
            <p:nvPr/>
          </p:nvSpPr>
          <p:spPr>
            <a:xfrm>
              <a:off x="597550" y="33100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6" name="Google Shape;2666;p30"/>
            <p:cNvSpPr/>
            <p:nvPr/>
          </p:nvSpPr>
          <p:spPr>
            <a:xfrm>
              <a:off x="597550" y="31967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7" name="Google Shape;2667;p30"/>
            <p:cNvSpPr/>
            <p:nvPr/>
          </p:nvSpPr>
          <p:spPr>
            <a:xfrm>
              <a:off x="597550" y="30835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8" name="Google Shape;2668;p30"/>
            <p:cNvSpPr/>
            <p:nvPr/>
          </p:nvSpPr>
          <p:spPr>
            <a:xfrm>
              <a:off x="597550" y="29703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9" name="Google Shape;2669;p30"/>
            <p:cNvSpPr/>
            <p:nvPr/>
          </p:nvSpPr>
          <p:spPr>
            <a:xfrm>
              <a:off x="597550" y="28578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0" name="Google Shape;2670;p30"/>
            <p:cNvSpPr/>
            <p:nvPr/>
          </p:nvSpPr>
          <p:spPr>
            <a:xfrm>
              <a:off x="597550" y="27446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1" name="Google Shape;2671;p30"/>
            <p:cNvSpPr/>
            <p:nvPr/>
          </p:nvSpPr>
          <p:spPr>
            <a:xfrm>
              <a:off x="597550" y="263140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2" name="Google Shape;2672;p30"/>
            <p:cNvSpPr/>
            <p:nvPr/>
          </p:nvSpPr>
          <p:spPr>
            <a:xfrm>
              <a:off x="597550" y="251817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3" name="Google Shape;2673;p30"/>
            <p:cNvSpPr/>
            <p:nvPr/>
          </p:nvSpPr>
          <p:spPr>
            <a:xfrm>
              <a:off x="597550" y="24049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4" name="Google Shape;2674;p30"/>
            <p:cNvSpPr/>
            <p:nvPr/>
          </p:nvSpPr>
          <p:spPr>
            <a:xfrm>
              <a:off x="597550" y="22917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5" name="Google Shape;2675;p30"/>
            <p:cNvSpPr/>
            <p:nvPr/>
          </p:nvSpPr>
          <p:spPr>
            <a:xfrm>
              <a:off x="597550" y="21792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6" name="Google Shape;2676;p30"/>
            <p:cNvSpPr/>
            <p:nvPr/>
          </p:nvSpPr>
          <p:spPr>
            <a:xfrm>
              <a:off x="597550" y="20660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7" name="Google Shape;2677;p30"/>
            <p:cNvSpPr/>
            <p:nvPr/>
          </p:nvSpPr>
          <p:spPr>
            <a:xfrm>
              <a:off x="597550" y="19528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8" name="Google Shape;2678;p30"/>
            <p:cNvSpPr/>
            <p:nvPr/>
          </p:nvSpPr>
          <p:spPr>
            <a:xfrm>
              <a:off x="597550" y="1839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9" name="Google Shape;2679;p30"/>
            <p:cNvSpPr/>
            <p:nvPr/>
          </p:nvSpPr>
          <p:spPr>
            <a:xfrm>
              <a:off x="597550" y="1726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0" name="Google Shape;2680;p30"/>
            <p:cNvSpPr/>
            <p:nvPr/>
          </p:nvSpPr>
          <p:spPr>
            <a:xfrm>
              <a:off x="597550" y="16131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1" name="Google Shape;2681;p30"/>
            <p:cNvSpPr/>
            <p:nvPr/>
          </p:nvSpPr>
          <p:spPr>
            <a:xfrm>
              <a:off x="597550" y="1499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2" name="Google Shape;2682;p30"/>
            <p:cNvSpPr/>
            <p:nvPr/>
          </p:nvSpPr>
          <p:spPr>
            <a:xfrm>
              <a:off x="597550" y="1387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3" name="Google Shape;2683;p30"/>
            <p:cNvSpPr/>
            <p:nvPr/>
          </p:nvSpPr>
          <p:spPr>
            <a:xfrm>
              <a:off x="597550" y="1274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4" name="Google Shape;2684;p30"/>
            <p:cNvSpPr/>
            <p:nvPr/>
          </p:nvSpPr>
          <p:spPr>
            <a:xfrm>
              <a:off x="597550" y="11610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5" name="Google Shape;2685;p30"/>
            <p:cNvSpPr/>
            <p:nvPr/>
          </p:nvSpPr>
          <p:spPr>
            <a:xfrm>
              <a:off x="597550" y="1047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6" name="Google Shape;2686;p30"/>
            <p:cNvSpPr/>
            <p:nvPr/>
          </p:nvSpPr>
          <p:spPr>
            <a:xfrm>
              <a:off x="597550" y="934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7" name="Google Shape;2687;p30"/>
            <p:cNvSpPr/>
            <p:nvPr/>
          </p:nvSpPr>
          <p:spPr>
            <a:xfrm>
              <a:off x="597550" y="821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8" name="Google Shape;2688;p30"/>
            <p:cNvSpPr/>
            <p:nvPr/>
          </p:nvSpPr>
          <p:spPr>
            <a:xfrm>
              <a:off x="597550" y="708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gradFill>
          <a:gsLst>
            <a:gs pos="0">
              <a:schemeClr val="accent4"/>
            </a:gs>
            <a:gs pos="100000">
              <a:schemeClr val="dk1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100" y="539400"/>
            <a:ext cx="77178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 b="1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100" y="1187700"/>
            <a:ext cx="77178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Char char="●"/>
              <a:defRPr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Char char="○"/>
              <a:defRPr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Char char="■"/>
              <a:defRPr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Char char="●"/>
              <a:defRPr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Char char="○"/>
              <a:defRPr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Char char="■"/>
              <a:defRPr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Char char="●"/>
              <a:defRPr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Char char="○"/>
              <a:defRPr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Char char="■"/>
              <a:defRPr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3" name="Google Shape;2693;p31"/>
          <p:cNvSpPr txBox="1">
            <a:spLocks noGrp="1"/>
          </p:cNvSpPr>
          <p:nvPr>
            <p:ph type="subTitle" idx="1"/>
          </p:nvPr>
        </p:nvSpPr>
        <p:spPr>
          <a:xfrm>
            <a:off x="1675175" y="3403402"/>
            <a:ext cx="5793600" cy="93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Introducción, Teoría, Matemáticas, Ejemplo en Python y Taller</a:t>
            </a:r>
            <a:endParaRPr/>
          </a:p>
        </p:txBody>
      </p:sp>
      <p:grpSp>
        <p:nvGrpSpPr>
          <p:cNvPr id="2694" name="Google Shape;2694;p31"/>
          <p:cNvGrpSpPr/>
          <p:nvPr/>
        </p:nvGrpSpPr>
        <p:grpSpPr>
          <a:xfrm rot="10800000">
            <a:off x="2130739" y="4336003"/>
            <a:ext cx="883262" cy="242091"/>
            <a:chOff x="2300350" y="2601250"/>
            <a:chExt cx="2275275" cy="623625"/>
          </a:xfrm>
        </p:grpSpPr>
        <p:sp>
          <p:nvSpPr>
            <p:cNvPr id="2695" name="Google Shape;2695;p31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6" name="Google Shape;2696;p31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7" name="Google Shape;2697;p31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8" name="Google Shape;2698;p31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9" name="Google Shape;2699;p31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0" name="Google Shape;2700;p31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701" name="Google Shape;2701;p31"/>
          <p:cNvGrpSpPr/>
          <p:nvPr/>
        </p:nvGrpSpPr>
        <p:grpSpPr>
          <a:xfrm rot="-5400000" flipH="1">
            <a:off x="3660496" y="4881980"/>
            <a:ext cx="1823016" cy="296643"/>
            <a:chOff x="7857346" y="3902355"/>
            <a:chExt cx="1823016" cy="296643"/>
          </a:xfrm>
        </p:grpSpPr>
        <p:sp>
          <p:nvSpPr>
            <p:cNvPr id="2702" name="Google Shape;2702;p31"/>
            <p:cNvSpPr/>
            <p:nvPr/>
          </p:nvSpPr>
          <p:spPr>
            <a:xfrm>
              <a:off x="7956216" y="4048371"/>
              <a:ext cx="1724145" cy="150627"/>
            </a:xfrm>
            <a:custGeom>
              <a:avLst/>
              <a:gdLst/>
              <a:ahLst/>
              <a:cxnLst/>
              <a:rect l="l" t="t" r="r" b="b"/>
              <a:pathLst>
                <a:path w="55332" h="4834" fill="none" extrusionOk="0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3" name="Google Shape;2703;p31"/>
            <p:cNvSpPr/>
            <p:nvPr/>
          </p:nvSpPr>
          <p:spPr>
            <a:xfrm>
              <a:off x="8453686" y="390235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0" y="1488"/>
                  </a:moveTo>
                  <a:cubicBezTo>
                    <a:pt x="0" y="670"/>
                    <a:pt x="670" y="1"/>
                    <a:pt x="1488" y="1"/>
                  </a:cubicBezTo>
                  <a:cubicBezTo>
                    <a:pt x="2306" y="1"/>
                    <a:pt x="2950" y="670"/>
                    <a:pt x="2950" y="1488"/>
                  </a:cubicBezTo>
                  <a:cubicBezTo>
                    <a:pt x="2950" y="2281"/>
                    <a:pt x="2306" y="2951"/>
                    <a:pt x="1488" y="2951"/>
                  </a:cubicBezTo>
                  <a:cubicBezTo>
                    <a:pt x="670" y="2951"/>
                    <a:pt x="0" y="2281"/>
                    <a:pt x="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4" name="Google Shape;2704;p31"/>
            <p:cNvSpPr/>
            <p:nvPr/>
          </p:nvSpPr>
          <p:spPr>
            <a:xfrm>
              <a:off x="8478396" y="3927096"/>
              <a:ext cx="43281" cy="42502"/>
            </a:xfrm>
            <a:custGeom>
              <a:avLst/>
              <a:gdLst/>
              <a:ahLst/>
              <a:cxnLst/>
              <a:rect l="l" t="t" r="r" b="b"/>
              <a:pathLst>
                <a:path w="1389" h="1364" extrusionOk="0">
                  <a:moveTo>
                    <a:pt x="695" y="0"/>
                  </a:moveTo>
                  <a:cubicBezTo>
                    <a:pt x="298" y="0"/>
                    <a:pt x="1" y="298"/>
                    <a:pt x="1" y="694"/>
                  </a:cubicBezTo>
                  <a:cubicBezTo>
                    <a:pt x="1" y="1066"/>
                    <a:pt x="298" y="1363"/>
                    <a:pt x="695" y="1363"/>
                  </a:cubicBezTo>
                  <a:cubicBezTo>
                    <a:pt x="1067" y="1363"/>
                    <a:pt x="1389" y="1066"/>
                    <a:pt x="1389" y="694"/>
                  </a:cubicBezTo>
                  <a:cubicBezTo>
                    <a:pt x="1389" y="298"/>
                    <a:pt x="1067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5" name="Google Shape;2705;p31"/>
            <p:cNvSpPr/>
            <p:nvPr/>
          </p:nvSpPr>
          <p:spPr>
            <a:xfrm>
              <a:off x="7857346" y="400200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6" name="Google Shape;2706;p31"/>
            <p:cNvSpPr/>
            <p:nvPr/>
          </p:nvSpPr>
          <p:spPr>
            <a:xfrm>
              <a:off x="7882087" y="4026715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7" name="Google Shape;2707;p31"/>
            <p:cNvSpPr/>
            <p:nvPr/>
          </p:nvSpPr>
          <p:spPr>
            <a:xfrm>
              <a:off x="8545608" y="3948721"/>
              <a:ext cx="1134754" cy="175368"/>
            </a:xfrm>
            <a:custGeom>
              <a:avLst/>
              <a:gdLst/>
              <a:ahLst/>
              <a:cxnLst/>
              <a:rect l="l" t="t" r="r" b="b"/>
              <a:pathLst>
                <a:path w="36417" h="5628" fill="none" extrusionOk="0">
                  <a:moveTo>
                    <a:pt x="0" y="0"/>
                  </a:moveTo>
                  <a:lnTo>
                    <a:pt x="6049" y="0"/>
                  </a:lnTo>
                  <a:lnTo>
                    <a:pt x="8379" y="2330"/>
                  </a:lnTo>
                  <a:lnTo>
                    <a:pt x="11676" y="5627"/>
                  </a:lnTo>
                  <a:lnTo>
                    <a:pt x="36416" y="5627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708" name="Google Shape;2708;p31"/>
          <p:cNvGrpSpPr/>
          <p:nvPr/>
        </p:nvGrpSpPr>
        <p:grpSpPr>
          <a:xfrm rot="5400000">
            <a:off x="2421400" y="552075"/>
            <a:ext cx="98902" cy="553090"/>
            <a:chOff x="4898850" y="4820550"/>
            <a:chExt cx="98902" cy="553090"/>
          </a:xfrm>
        </p:grpSpPr>
        <p:sp>
          <p:nvSpPr>
            <p:cNvPr id="2709" name="Google Shape;2709;p31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0" name="Google Shape;2710;p31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1" name="Google Shape;2711;p31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2" name="Google Shape;2712;p31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3" name="Google Shape;2713;p31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714" name="Google Shape;2714;p31"/>
          <p:cNvGrpSpPr/>
          <p:nvPr/>
        </p:nvGrpSpPr>
        <p:grpSpPr>
          <a:xfrm>
            <a:off x="4505167" y="564628"/>
            <a:ext cx="1105976" cy="133969"/>
            <a:chOff x="8183182" y="663852"/>
            <a:chExt cx="1475028" cy="178673"/>
          </a:xfrm>
        </p:grpSpPr>
        <p:grpSp>
          <p:nvGrpSpPr>
            <p:cNvPr id="2715" name="Google Shape;2715;p31"/>
            <p:cNvGrpSpPr/>
            <p:nvPr/>
          </p:nvGrpSpPr>
          <p:grpSpPr>
            <a:xfrm>
              <a:off x="8183182" y="774425"/>
              <a:ext cx="1178025" cy="68100"/>
              <a:chOff x="2024450" y="204150"/>
              <a:chExt cx="1178025" cy="68100"/>
            </a:xfrm>
          </p:grpSpPr>
          <p:sp>
            <p:nvSpPr>
              <p:cNvPr id="2716" name="Google Shape;2716;p31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7" name="Google Shape;2717;p31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8" name="Google Shape;2718;p31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9" name="Google Shape;2719;p31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0" name="Google Shape;2720;p31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1" name="Google Shape;2721;p31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2" name="Google Shape;2722;p31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3" name="Google Shape;2723;p31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4" name="Google Shape;2724;p31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5" name="Google Shape;2725;p31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726" name="Google Shape;2726;p31"/>
            <p:cNvGrpSpPr/>
            <p:nvPr/>
          </p:nvGrpSpPr>
          <p:grpSpPr>
            <a:xfrm>
              <a:off x="8480185" y="663852"/>
              <a:ext cx="1178025" cy="68100"/>
              <a:chOff x="2024450" y="204150"/>
              <a:chExt cx="1178025" cy="68100"/>
            </a:xfrm>
          </p:grpSpPr>
          <p:sp>
            <p:nvSpPr>
              <p:cNvPr id="2727" name="Google Shape;2727;p31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8" name="Google Shape;2728;p31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9" name="Google Shape;2729;p31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0" name="Google Shape;2730;p31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1" name="Google Shape;2731;p31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2" name="Google Shape;2732;p31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3" name="Google Shape;2733;p31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4" name="Google Shape;2734;p31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5" name="Google Shape;2735;p31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6" name="Google Shape;2736;p31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737" name="Google Shape;2737;p31"/>
          <p:cNvGrpSpPr/>
          <p:nvPr/>
        </p:nvGrpSpPr>
        <p:grpSpPr>
          <a:xfrm>
            <a:off x="5447301" y="4536119"/>
            <a:ext cx="1252897" cy="51000"/>
            <a:chOff x="2915381" y="4104819"/>
            <a:chExt cx="1252897" cy="51000"/>
          </a:xfrm>
        </p:grpSpPr>
        <p:sp>
          <p:nvSpPr>
            <p:cNvPr id="2738" name="Google Shape;2738;p31"/>
            <p:cNvSpPr/>
            <p:nvPr/>
          </p:nvSpPr>
          <p:spPr>
            <a:xfrm>
              <a:off x="2915381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9" name="Google Shape;2739;p31"/>
            <p:cNvSpPr/>
            <p:nvPr/>
          </p:nvSpPr>
          <p:spPr>
            <a:xfrm>
              <a:off x="3007850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0" name="Google Shape;2740;p31"/>
            <p:cNvSpPr/>
            <p:nvPr/>
          </p:nvSpPr>
          <p:spPr>
            <a:xfrm>
              <a:off x="3100319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1" name="Google Shape;2741;p31"/>
            <p:cNvSpPr/>
            <p:nvPr/>
          </p:nvSpPr>
          <p:spPr>
            <a:xfrm>
              <a:off x="3192788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2" name="Google Shape;2742;p31"/>
            <p:cNvSpPr/>
            <p:nvPr/>
          </p:nvSpPr>
          <p:spPr>
            <a:xfrm>
              <a:off x="328525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3" name="Google Shape;2743;p31"/>
            <p:cNvSpPr/>
            <p:nvPr/>
          </p:nvSpPr>
          <p:spPr>
            <a:xfrm>
              <a:off x="3377726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4" name="Google Shape;2744;p31"/>
            <p:cNvSpPr/>
            <p:nvPr/>
          </p:nvSpPr>
          <p:spPr>
            <a:xfrm>
              <a:off x="3470195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5" name="Google Shape;2745;p31"/>
            <p:cNvSpPr/>
            <p:nvPr/>
          </p:nvSpPr>
          <p:spPr>
            <a:xfrm>
              <a:off x="3562664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6" name="Google Shape;2746;p31"/>
            <p:cNvSpPr/>
            <p:nvPr/>
          </p:nvSpPr>
          <p:spPr>
            <a:xfrm>
              <a:off x="3655133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7" name="Google Shape;2747;p31"/>
            <p:cNvSpPr/>
            <p:nvPr/>
          </p:nvSpPr>
          <p:spPr>
            <a:xfrm>
              <a:off x="3747602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8" name="Google Shape;2748;p31"/>
            <p:cNvSpPr/>
            <p:nvPr/>
          </p:nvSpPr>
          <p:spPr>
            <a:xfrm>
              <a:off x="38400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9" name="Google Shape;2749;p31"/>
            <p:cNvSpPr/>
            <p:nvPr/>
          </p:nvSpPr>
          <p:spPr>
            <a:xfrm>
              <a:off x="39324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0" name="Google Shape;2750;p31"/>
            <p:cNvSpPr/>
            <p:nvPr/>
          </p:nvSpPr>
          <p:spPr>
            <a:xfrm>
              <a:off x="40248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1" name="Google Shape;2751;p31"/>
            <p:cNvSpPr/>
            <p:nvPr/>
          </p:nvSpPr>
          <p:spPr>
            <a:xfrm>
              <a:off x="41172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752" name="Google Shape;2752;p31"/>
          <p:cNvSpPr txBox="1">
            <a:spLocks noGrp="1"/>
          </p:cNvSpPr>
          <p:nvPr>
            <p:ph type="ctrTitle"/>
          </p:nvPr>
        </p:nvSpPr>
        <p:spPr>
          <a:xfrm>
            <a:off x="766050" y="1132125"/>
            <a:ext cx="7592100" cy="199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>
                <a:latin typeface="PT Sans"/>
                <a:ea typeface="PT Sans"/>
                <a:cs typeface="PT Sans"/>
                <a:sym typeface="PT Sans"/>
              </a:rPr>
              <a:t>Clustering para Análisis de Datos</a:t>
            </a:r>
            <a:endParaRPr sz="6000">
              <a:latin typeface="PT Sans"/>
              <a:ea typeface="PT Sans"/>
              <a:cs typeface="PT Sans"/>
              <a:sym typeface="PT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7" name="Google Shape;2757;p32"/>
          <p:cNvSpPr txBox="1">
            <a:spLocks noGrp="1"/>
          </p:cNvSpPr>
          <p:nvPr>
            <p:ph type="title"/>
          </p:nvPr>
        </p:nvSpPr>
        <p:spPr>
          <a:xfrm>
            <a:off x="713100" y="451425"/>
            <a:ext cx="7717800" cy="752400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PT Sans"/>
                <a:ea typeface="PT Sans"/>
                <a:cs typeface="PT Sans"/>
                <a:sym typeface="PT Sans"/>
              </a:rPr>
              <a:t>¿Qué es Clustering?</a:t>
            </a:r>
            <a:endParaRPr sz="3600">
              <a:latin typeface="PT Sans"/>
              <a:ea typeface="PT Sans"/>
              <a:cs typeface="PT Sans"/>
              <a:sym typeface="PT Sans"/>
            </a:endParaRPr>
          </a:p>
        </p:txBody>
      </p:sp>
      <p:sp>
        <p:nvSpPr>
          <p:cNvPr id="2758" name="Google Shape;2758;p32"/>
          <p:cNvSpPr txBox="1">
            <a:spLocks noGrp="1"/>
          </p:cNvSpPr>
          <p:nvPr>
            <p:ph type="body" idx="1"/>
          </p:nvPr>
        </p:nvSpPr>
        <p:spPr>
          <a:xfrm>
            <a:off x="781500" y="1586825"/>
            <a:ext cx="7717800" cy="294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/>
              <a:t>Clustering es una técnica de aprendizaje no supervisado que agrupa datos similares en conjuntos llamados clusters o grupos, permitiendo descubrir estructuras inherentes en los datos sin etiquetas previas.</a:t>
            </a:r>
            <a:endParaRPr sz="2400"/>
          </a:p>
        </p:txBody>
      </p:sp>
      <p:grpSp>
        <p:nvGrpSpPr>
          <p:cNvPr id="2759" name="Google Shape;2759;p32"/>
          <p:cNvGrpSpPr/>
          <p:nvPr/>
        </p:nvGrpSpPr>
        <p:grpSpPr>
          <a:xfrm>
            <a:off x="6976014" y="4286398"/>
            <a:ext cx="883262" cy="242091"/>
            <a:chOff x="2300350" y="2601250"/>
            <a:chExt cx="2275275" cy="623625"/>
          </a:xfrm>
        </p:grpSpPr>
        <p:sp>
          <p:nvSpPr>
            <p:cNvPr id="2760" name="Google Shape;2760;p32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1" name="Google Shape;2761;p32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2" name="Google Shape;2762;p32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3" name="Google Shape;2763;p32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4" name="Google Shape;2764;p32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5" name="Google Shape;2765;p32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0" name="Google Shape;2770;p33"/>
          <p:cNvSpPr txBox="1">
            <a:spLocks noGrp="1"/>
          </p:cNvSpPr>
          <p:nvPr>
            <p:ph type="title"/>
          </p:nvPr>
        </p:nvSpPr>
        <p:spPr>
          <a:xfrm>
            <a:off x="713100" y="451425"/>
            <a:ext cx="7717800" cy="752400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PT Sans"/>
                <a:ea typeface="PT Sans"/>
                <a:cs typeface="PT Sans"/>
                <a:sym typeface="PT Sans"/>
              </a:rPr>
              <a:t>Importancia del Clustering</a:t>
            </a:r>
            <a:endParaRPr sz="3600">
              <a:latin typeface="PT Sans"/>
              <a:ea typeface="PT Sans"/>
              <a:cs typeface="PT Sans"/>
              <a:sym typeface="PT Sans"/>
            </a:endParaRPr>
          </a:p>
        </p:txBody>
      </p:sp>
      <p:sp>
        <p:nvSpPr>
          <p:cNvPr id="2771" name="Google Shape;2771;p33"/>
          <p:cNvSpPr txBox="1">
            <a:spLocks noGrp="1"/>
          </p:cNvSpPr>
          <p:nvPr>
            <p:ph type="body" idx="1"/>
          </p:nvPr>
        </p:nvSpPr>
        <p:spPr>
          <a:xfrm>
            <a:off x="781500" y="1586825"/>
            <a:ext cx="7717800" cy="294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/>
              <a:t>Se utiliza para segmentación de clientes, detección de anomalías, reconocimiento de patrones y reducción de dimensionalidad, entre otras aplicaciones en análisis de datos.</a:t>
            </a:r>
            <a:endParaRPr sz="2400"/>
          </a:p>
        </p:txBody>
      </p:sp>
      <p:grpSp>
        <p:nvGrpSpPr>
          <p:cNvPr id="2772" name="Google Shape;2772;p33"/>
          <p:cNvGrpSpPr/>
          <p:nvPr/>
        </p:nvGrpSpPr>
        <p:grpSpPr>
          <a:xfrm>
            <a:off x="6976014" y="4286398"/>
            <a:ext cx="883262" cy="242091"/>
            <a:chOff x="2300350" y="2601250"/>
            <a:chExt cx="2275275" cy="623625"/>
          </a:xfrm>
        </p:grpSpPr>
        <p:sp>
          <p:nvSpPr>
            <p:cNvPr id="2773" name="Google Shape;2773;p33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4" name="Google Shape;2774;p33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5" name="Google Shape;2775;p33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6" name="Google Shape;2776;p33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7" name="Google Shape;2777;p33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8" name="Google Shape;2778;p33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3" name="Google Shape;2783;p34"/>
          <p:cNvSpPr txBox="1">
            <a:spLocks noGrp="1"/>
          </p:cNvSpPr>
          <p:nvPr>
            <p:ph type="title"/>
          </p:nvPr>
        </p:nvSpPr>
        <p:spPr>
          <a:xfrm>
            <a:off x="713100" y="451425"/>
            <a:ext cx="7717800" cy="752400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PT Sans"/>
                <a:ea typeface="PT Sans"/>
                <a:cs typeface="PT Sans"/>
                <a:sym typeface="PT Sans"/>
              </a:rPr>
              <a:t>Tipos Comunes de Clustering</a:t>
            </a:r>
            <a:endParaRPr sz="3600">
              <a:latin typeface="PT Sans"/>
              <a:ea typeface="PT Sans"/>
              <a:cs typeface="PT Sans"/>
              <a:sym typeface="PT Sans"/>
            </a:endParaRPr>
          </a:p>
        </p:txBody>
      </p:sp>
      <p:sp>
        <p:nvSpPr>
          <p:cNvPr id="2784" name="Google Shape;2784;p34"/>
          <p:cNvSpPr txBox="1">
            <a:spLocks noGrp="1"/>
          </p:cNvSpPr>
          <p:nvPr>
            <p:ph type="body" idx="1"/>
          </p:nvPr>
        </p:nvSpPr>
        <p:spPr>
          <a:xfrm>
            <a:off x="781500" y="1586825"/>
            <a:ext cx="7717800" cy="294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/>
              <a:t>1. Clustering jerárquico</a:t>
            </a:r>
            <a:endParaRPr sz="240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/>
              <a:t>2. Clustering basado en centroides (ej. K-means)</a:t>
            </a:r>
            <a:endParaRPr sz="240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/>
              <a:t>3. Clustering basado en densidad (ej. DBSCAN)</a:t>
            </a:r>
            <a:endParaRPr sz="24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/>
              <a:t>4. Clustering basado en modelos (ej. Gaussian Mixture Models)</a:t>
            </a:r>
            <a:endParaRPr sz="2400"/>
          </a:p>
        </p:txBody>
      </p:sp>
      <p:grpSp>
        <p:nvGrpSpPr>
          <p:cNvPr id="2785" name="Google Shape;2785;p34"/>
          <p:cNvGrpSpPr/>
          <p:nvPr/>
        </p:nvGrpSpPr>
        <p:grpSpPr>
          <a:xfrm>
            <a:off x="6976014" y="4286398"/>
            <a:ext cx="883262" cy="242091"/>
            <a:chOff x="2300350" y="2601250"/>
            <a:chExt cx="2275275" cy="623625"/>
          </a:xfrm>
        </p:grpSpPr>
        <p:sp>
          <p:nvSpPr>
            <p:cNvPr id="2786" name="Google Shape;2786;p34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7" name="Google Shape;2787;p34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8" name="Google Shape;2788;p34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9" name="Google Shape;2789;p34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0" name="Google Shape;2790;p34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1" name="Google Shape;2791;p34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6" name="Google Shape;2796;p35"/>
          <p:cNvSpPr txBox="1">
            <a:spLocks noGrp="1"/>
          </p:cNvSpPr>
          <p:nvPr>
            <p:ph type="title"/>
          </p:nvPr>
        </p:nvSpPr>
        <p:spPr>
          <a:xfrm>
            <a:off x="713100" y="451425"/>
            <a:ext cx="7717800" cy="752400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PT Sans"/>
                <a:ea typeface="PT Sans"/>
                <a:cs typeface="PT Sans"/>
                <a:sym typeface="PT Sans"/>
              </a:rPr>
              <a:t>Fundamentos Matemáticos del Clustering</a:t>
            </a:r>
            <a:endParaRPr sz="3600">
              <a:latin typeface="PT Sans"/>
              <a:ea typeface="PT Sans"/>
              <a:cs typeface="PT Sans"/>
              <a:sym typeface="PT Sans"/>
            </a:endParaRPr>
          </a:p>
        </p:txBody>
      </p:sp>
      <p:sp>
        <p:nvSpPr>
          <p:cNvPr id="2797" name="Google Shape;2797;p35"/>
          <p:cNvSpPr txBox="1">
            <a:spLocks noGrp="1"/>
          </p:cNvSpPr>
          <p:nvPr>
            <p:ph type="body" idx="1"/>
          </p:nvPr>
        </p:nvSpPr>
        <p:spPr>
          <a:xfrm>
            <a:off x="781500" y="1586825"/>
            <a:ext cx="7717800" cy="294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/>
              <a:t>El objetivo es minimizar la varianza intra-clusters y maximizar la varianza entre clusters. En K-means, se busca minimizar la suma de las distancias cuadradas de los puntos al centroide del cluster asignado.</a:t>
            </a:r>
            <a:endParaRPr sz="2400"/>
          </a:p>
        </p:txBody>
      </p:sp>
      <p:grpSp>
        <p:nvGrpSpPr>
          <p:cNvPr id="2798" name="Google Shape;2798;p35"/>
          <p:cNvGrpSpPr/>
          <p:nvPr/>
        </p:nvGrpSpPr>
        <p:grpSpPr>
          <a:xfrm>
            <a:off x="6976014" y="4286398"/>
            <a:ext cx="883262" cy="242091"/>
            <a:chOff x="2300350" y="2601250"/>
            <a:chExt cx="2275275" cy="623625"/>
          </a:xfrm>
        </p:grpSpPr>
        <p:sp>
          <p:nvSpPr>
            <p:cNvPr id="2799" name="Google Shape;2799;p35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0" name="Google Shape;2800;p35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1" name="Google Shape;2801;p35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2" name="Google Shape;2802;p35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3" name="Google Shape;2803;p35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4" name="Google Shape;2804;p35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9" name="Google Shape;2809;p36"/>
          <p:cNvSpPr txBox="1">
            <a:spLocks noGrp="1"/>
          </p:cNvSpPr>
          <p:nvPr>
            <p:ph type="title"/>
          </p:nvPr>
        </p:nvSpPr>
        <p:spPr>
          <a:xfrm>
            <a:off x="713100" y="451425"/>
            <a:ext cx="7717800" cy="752400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PT Sans"/>
                <a:ea typeface="PT Sans"/>
                <a:cs typeface="PT Sans"/>
                <a:sym typeface="PT Sans"/>
              </a:rPr>
              <a:t>Función Objetivo de K-means</a:t>
            </a:r>
            <a:endParaRPr sz="3600">
              <a:latin typeface="PT Sans"/>
              <a:ea typeface="PT Sans"/>
              <a:cs typeface="PT Sans"/>
              <a:sym typeface="PT Sans"/>
            </a:endParaRPr>
          </a:p>
        </p:txBody>
      </p:sp>
      <p:grpSp>
        <p:nvGrpSpPr>
          <p:cNvPr id="2811" name="Google Shape;2811;p36"/>
          <p:cNvGrpSpPr/>
          <p:nvPr/>
        </p:nvGrpSpPr>
        <p:grpSpPr>
          <a:xfrm>
            <a:off x="6976014" y="4286398"/>
            <a:ext cx="883262" cy="242091"/>
            <a:chOff x="2300350" y="2601250"/>
            <a:chExt cx="2275275" cy="623625"/>
          </a:xfrm>
        </p:grpSpPr>
        <p:sp>
          <p:nvSpPr>
            <p:cNvPr id="2812" name="Google Shape;2812;p36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3" name="Google Shape;2813;p36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4" name="Google Shape;2814;p36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5" name="Google Shape;2815;p36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6" name="Google Shape;2816;p36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7" name="Google Shape;2817;p36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5" name="Imagen 4">
            <a:extLst>
              <a:ext uri="{FF2B5EF4-FFF2-40B4-BE49-F238E27FC236}">
                <a16:creationId xmlns:a16="http://schemas.microsoft.com/office/drawing/2014/main" id="{48D0A32E-E364-4E14-B2C2-ED50D43BE6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9541" y="1726151"/>
            <a:ext cx="5134692" cy="236253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2" name="Google Shape;2822;p37"/>
          <p:cNvSpPr txBox="1">
            <a:spLocks noGrp="1"/>
          </p:cNvSpPr>
          <p:nvPr>
            <p:ph type="title"/>
          </p:nvPr>
        </p:nvSpPr>
        <p:spPr>
          <a:xfrm>
            <a:off x="713100" y="451425"/>
            <a:ext cx="7717800" cy="752400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PT Sans"/>
                <a:ea typeface="PT Sans"/>
                <a:cs typeface="PT Sans"/>
                <a:sym typeface="PT Sans"/>
              </a:rPr>
              <a:t>Pasos del Algoritmo K-means</a:t>
            </a:r>
            <a:endParaRPr sz="3600">
              <a:latin typeface="PT Sans"/>
              <a:ea typeface="PT Sans"/>
              <a:cs typeface="PT Sans"/>
              <a:sym typeface="PT Sans"/>
            </a:endParaRPr>
          </a:p>
        </p:txBody>
      </p:sp>
      <p:sp>
        <p:nvSpPr>
          <p:cNvPr id="2823" name="Google Shape;2823;p37"/>
          <p:cNvSpPr txBox="1">
            <a:spLocks noGrp="1"/>
          </p:cNvSpPr>
          <p:nvPr>
            <p:ph type="body" idx="1"/>
          </p:nvPr>
        </p:nvSpPr>
        <p:spPr>
          <a:xfrm>
            <a:off x="781500" y="1586825"/>
            <a:ext cx="7717800" cy="294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/>
              <a:t>1. Seleccionar k centroides iniciales aleatoriamente</a:t>
            </a:r>
            <a:endParaRPr sz="240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/>
              <a:t>2. Asignar cada punto de datos al centroide más cercano</a:t>
            </a:r>
            <a:endParaRPr sz="240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/>
              <a:t>3. Recalcular centroides como promedio de puntos asignados</a:t>
            </a:r>
            <a:endParaRPr sz="24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/>
              <a:t>4. Repetir 2 y 3 hasta convergencia (cambios mínimos)</a:t>
            </a:r>
            <a:endParaRPr sz="2400"/>
          </a:p>
        </p:txBody>
      </p:sp>
      <p:grpSp>
        <p:nvGrpSpPr>
          <p:cNvPr id="2824" name="Google Shape;2824;p37"/>
          <p:cNvGrpSpPr/>
          <p:nvPr/>
        </p:nvGrpSpPr>
        <p:grpSpPr>
          <a:xfrm>
            <a:off x="6976014" y="4286398"/>
            <a:ext cx="883262" cy="242091"/>
            <a:chOff x="2300350" y="2601250"/>
            <a:chExt cx="2275275" cy="623625"/>
          </a:xfrm>
        </p:grpSpPr>
        <p:sp>
          <p:nvSpPr>
            <p:cNvPr id="2825" name="Google Shape;2825;p37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6" name="Google Shape;2826;p37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7" name="Google Shape;2827;p37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8" name="Google Shape;2828;p37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9" name="Google Shape;2829;p37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0" name="Google Shape;2830;p37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5" name="Google Shape;2835;p38"/>
          <p:cNvSpPr txBox="1">
            <a:spLocks noGrp="1"/>
          </p:cNvSpPr>
          <p:nvPr>
            <p:ph type="title"/>
          </p:nvPr>
        </p:nvSpPr>
        <p:spPr>
          <a:xfrm>
            <a:off x="713100" y="451425"/>
            <a:ext cx="7717800" cy="752400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PT Sans"/>
                <a:ea typeface="PT Sans"/>
                <a:cs typeface="PT Sans"/>
                <a:sym typeface="PT Sans"/>
              </a:rPr>
              <a:t>Ventajas y Desventajas de K-means</a:t>
            </a:r>
            <a:endParaRPr sz="3600">
              <a:latin typeface="PT Sans"/>
              <a:ea typeface="PT Sans"/>
              <a:cs typeface="PT Sans"/>
              <a:sym typeface="PT Sans"/>
            </a:endParaRPr>
          </a:p>
        </p:txBody>
      </p:sp>
      <p:sp>
        <p:nvSpPr>
          <p:cNvPr id="2836" name="Google Shape;2836;p38"/>
          <p:cNvSpPr txBox="1">
            <a:spLocks noGrp="1"/>
          </p:cNvSpPr>
          <p:nvPr>
            <p:ph type="body" idx="1"/>
          </p:nvPr>
        </p:nvSpPr>
        <p:spPr>
          <a:xfrm>
            <a:off x="781500" y="1586825"/>
            <a:ext cx="7717800" cy="294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/>
              <a:t>Ventajas:</a:t>
            </a:r>
            <a:endParaRPr sz="240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/>
              <a:t>- Simple y rápido</a:t>
            </a:r>
            <a:endParaRPr sz="240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/>
              <a:t>- Escala bien</a:t>
            </a:r>
            <a:endParaRPr sz="240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/>
              <a:t>Desventajas:</a:t>
            </a:r>
            <a:endParaRPr sz="240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/>
              <a:t>- Necesita definir k</a:t>
            </a:r>
            <a:endParaRPr sz="240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/>
              <a:t>- Sensible a valores atípicos</a:t>
            </a:r>
            <a:endParaRPr sz="24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/>
              <a:t>- Asume formas convexas de clusters</a:t>
            </a:r>
            <a:endParaRPr sz="2400"/>
          </a:p>
        </p:txBody>
      </p:sp>
      <p:grpSp>
        <p:nvGrpSpPr>
          <p:cNvPr id="2837" name="Google Shape;2837;p38"/>
          <p:cNvGrpSpPr/>
          <p:nvPr/>
        </p:nvGrpSpPr>
        <p:grpSpPr>
          <a:xfrm>
            <a:off x="6976014" y="4286398"/>
            <a:ext cx="883262" cy="242091"/>
            <a:chOff x="2300350" y="2601250"/>
            <a:chExt cx="2275275" cy="623625"/>
          </a:xfrm>
        </p:grpSpPr>
        <p:sp>
          <p:nvSpPr>
            <p:cNvPr id="2838" name="Google Shape;2838;p38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9" name="Google Shape;2839;p38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0" name="Google Shape;2840;p38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1" name="Google Shape;2841;p38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2" name="Google Shape;2842;p38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3" name="Google Shape;2843;p38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8" name="Google Shape;2848;p39"/>
          <p:cNvSpPr txBox="1">
            <a:spLocks noGrp="1"/>
          </p:cNvSpPr>
          <p:nvPr>
            <p:ph type="title"/>
          </p:nvPr>
        </p:nvSpPr>
        <p:spPr>
          <a:xfrm>
            <a:off x="713100" y="451425"/>
            <a:ext cx="7717800" cy="752400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PT Sans"/>
                <a:ea typeface="PT Sans"/>
                <a:cs typeface="PT Sans"/>
                <a:sym typeface="PT Sans"/>
              </a:rPr>
              <a:t>Ejemplo Práctico: Preparación de Datos</a:t>
            </a:r>
            <a:endParaRPr sz="3600">
              <a:latin typeface="PT Sans"/>
              <a:ea typeface="PT Sans"/>
              <a:cs typeface="PT Sans"/>
              <a:sym typeface="PT Sans"/>
            </a:endParaRPr>
          </a:p>
        </p:txBody>
      </p:sp>
      <p:sp>
        <p:nvSpPr>
          <p:cNvPr id="2849" name="Google Shape;2849;p39"/>
          <p:cNvSpPr txBox="1">
            <a:spLocks noGrp="1"/>
          </p:cNvSpPr>
          <p:nvPr>
            <p:ph type="body" idx="1"/>
          </p:nvPr>
        </p:nvSpPr>
        <p:spPr>
          <a:xfrm>
            <a:off x="781500" y="1586825"/>
            <a:ext cx="7717800" cy="294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/>
              <a:t>Importaremos bibliotecas y crearemos un conjunto de datos simple para clustering usando sklearn y numpy.</a:t>
            </a:r>
            <a:endParaRPr sz="2400"/>
          </a:p>
        </p:txBody>
      </p:sp>
      <p:grpSp>
        <p:nvGrpSpPr>
          <p:cNvPr id="2850" name="Google Shape;2850;p39"/>
          <p:cNvGrpSpPr/>
          <p:nvPr/>
        </p:nvGrpSpPr>
        <p:grpSpPr>
          <a:xfrm>
            <a:off x="6976014" y="4286398"/>
            <a:ext cx="883262" cy="242091"/>
            <a:chOff x="2300350" y="2601250"/>
            <a:chExt cx="2275275" cy="623625"/>
          </a:xfrm>
        </p:grpSpPr>
        <p:sp>
          <p:nvSpPr>
            <p:cNvPr id="2851" name="Google Shape;2851;p39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2" name="Google Shape;2852;p39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3" name="Google Shape;2853;p39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4" name="Google Shape;2854;p39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5" name="Google Shape;2855;p39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6" name="Google Shape;2856;p39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1" name="Google Shape;2861;p40"/>
          <p:cNvSpPr txBox="1">
            <a:spLocks noGrp="1"/>
          </p:cNvSpPr>
          <p:nvPr>
            <p:ph type="title"/>
          </p:nvPr>
        </p:nvSpPr>
        <p:spPr>
          <a:xfrm>
            <a:off x="713100" y="451425"/>
            <a:ext cx="7717800" cy="752400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PT Sans"/>
                <a:ea typeface="PT Sans"/>
                <a:cs typeface="PT Sans"/>
                <a:sym typeface="PT Sans"/>
              </a:rPr>
              <a:t>Código Python: Importar Datos y Librerías</a:t>
            </a:r>
            <a:endParaRPr sz="3600">
              <a:latin typeface="PT Sans"/>
              <a:ea typeface="PT Sans"/>
              <a:cs typeface="PT Sans"/>
              <a:sym typeface="PT Sans"/>
            </a:endParaRPr>
          </a:p>
        </p:txBody>
      </p:sp>
      <p:sp>
        <p:nvSpPr>
          <p:cNvPr id="2862" name="Google Shape;2862;p40"/>
          <p:cNvSpPr txBox="1">
            <a:spLocks noGrp="1"/>
          </p:cNvSpPr>
          <p:nvPr>
            <p:ph type="body" idx="1"/>
          </p:nvPr>
        </p:nvSpPr>
        <p:spPr>
          <a:xfrm>
            <a:off x="781500" y="1203825"/>
            <a:ext cx="7717800" cy="383116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 dirty="0"/>
              <a:t>import numpy as np</a:t>
            </a:r>
            <a:endParaRPr sz="1800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 dirty="0"/>
              <a:t>from sklearn.cluster import KMeans</a:t>
            </a:r>
            <a:endParaRPr sz="1800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 dirty="0"/>
              <a:t>import matplotlib.pyplot as plt</a:t>
            </a:r>
            <a:endParaRPr sz="1800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 dirty="0"/>
              <a:t># Crear datos de ejemplo</a:t>
            </a:r>
            <a:endParaRPr sz="1800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 dirty="0"/>
              <a:t>np.random.seed(42)</a:t>
            </a:r>
            <a:endParaRPr sz="1800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 dirty="0"/>
              <a:t>X = np.vstack((</a:t>
            </a:r>
            <a:endParaRPr sz="1800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 dirty="0"/>
              <a:t>    np.random.normal(loc=0.0, scale=1.0, size=(50, 2)),</a:t>
            </a:r>
            <a:endParaRPr sz="1800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 dirty="0"/>
              <a:t>    np.random.normal(loc=5.0, scale=1.0, size=(50, 2))</a:t>
            </a:r>
            <a:endParaRPr sz="1800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 dirty="0"/>
              <a:t>))</a:t>
            </a:r>
            <a:endParaRPr sz="1800" dirty="0"/>
          </a:p>
        </p:txBody>
      </p:sp>
      <p:grpSp>
        <p:nvGrpSpPr>
          <p:cNvPr id="2863" name="Google Shape;2863;p40"/>
          <p:cNvGrpSpPr/>
          <p:nvPr/>
        </p:nvGrpSpPr>
        <p:grpSpPr>
          <a:xfrm>
            <a:off x="6976014" y="4286398"/>
            <a:ext cx="883262" cy="242091"/>
            <a:chOff x="2300350" y="2601250"/>
            <a:chExt cx="2275275" cy="623625"/>
          </a:xfrm>
        </p:grpSpPr>
        <p:sp>
          <p:nvSpPr>
            <p:cNvPr id="2864" name="Google Shape;2864;p40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5" name="Google Shape;2865;p40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6" name="Google Shape;2866;p40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7" name="Google Shape;2867;p40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8" name="Google Shape;2868;p40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9" name="Google Shape;2869;p40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4" name="Google Shape;2874;p41"/>
          <p:cNvSpPr txBox="1">
            <a:spLocks noGrp="1"/>
          </p:cNvSpPr>
          <p:nvPr>
            <p:ph type="title"/>
          </p:nvPr>
        </p:nvSpPr>
        <p:spPr>
          <a:xfrm>
            <a:off x="713100" y="451425"/>
            <a:ext cx="7717800" cy="752400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PT Sans"/>
                <a:ea typeface="PT Sans"/>
                <a:cs typeface="PT Sans"/>
                <a:sym typeface="PT Sans"/>
              </a:rPr>
              <a:t>Código Python: Aplicar K-means</a:t>
            </a:r>
            <a:endParaRPr sz="3600">
              <a:latin typeface="PT Sans"/>
              <a:ea typeface="PT Sans"/>
              <a:cs typeface="PT Sans"/>
              <a:sym typeface="PT Sans"/>
            </a:endParaRPr>
          </a:p>
        </p:txBody>
      </p:sp>
      <p:sp>
        <p:nvSpPr>
          <p:cNvPr id="2875" name="Google Shape;2875;p41"/>
          <p:cNvSpPr txBox="1">
            <a:spLocks noGrp="1"/>
          </p:cNvSpPr>
          <p:nvPr>
            <p:ph type="body" idx="1"/>
          </p:nvPr>
        </p:nvSpPr>
        <p:spPr>
          <a:xfrm>
            <a:off x="781500" y="1586825"/>
            <a:ext cx="7717800" cy="294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 dirty="0"/>
              <a:t># Crear el modelo KMeans</a:t>
            </a:r>
            <a:endParaRPr sz="1800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 dirty="0"/>
              <a:t>kmeans = KMeans(n_clusters=2, random_state=42)</a:t>
            </a:r>
            <a:endParaRPr sz="1800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 dirty="0"/>
              <a:t># Ajustar el modelo</a:t>
            </a:r>
            <a:endParaRPr sz="1800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 dirty="0"/>
              <a:t>kmeans.fit(X)</a:t>
            </a:r>
            <a:endParaRPr sz="1800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 dirty="0"/>
              <a:t># Obtener etiquetas y centroides</a:t>
            </a:r>
            <a:endParaRPr sz="1800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 dirty="0"/>
              <a:t>labels = kmeans.labels_</a:t>
            </a:r>
            <a:endParaRPr sz="1800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 dirty="0"/>
              <a:t>centroids = kmeans.cluster_centers_</a:t>
            </a:r>
            <a:endParaRPr sz="1800" dirty="0"/>
          </a:p>
        </p:txBody>
      </p:sp>
      <p:grpSp>
        <p:nvGrpSpPr>
          <p:cNvPr id="2876" name="Google Shape;2876;p41"/>
          <p:cNvGrpSpPr/>
          <p:nvPr/>
        </p:nvGrpSpPr>
        <p:grpSpPr>
          <a:xfrm>
            <a:off x="6976014" y="4286398"/>
            <a:ext cx="883262" cy="242091"/>
            <a:chOff x="2300350" y="2601250"/>
            <a:chExt cx="2275275" cy="623625"/>
          </a:xfrm>
        </p:grpSpPr>
        <p:sp>
          <p:nvSpPr>
            <p:cNvPr id="2877" name="Google Shape;2877;p41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8" name="Google Shape;2878;p41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9" name="Google Shape;2879;p41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0" name="Google Shape;2880;p41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1" name="Google Shape;2881;p41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2" name="Google Shape;2882;p41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7" name="Google Shape;2887;p42"/>
          <p:cNvSpPr txBox="1">
            <a:spLocks noGrp="1"/>
          </p:cNvSpPr>
          <p:nvPr>
            <p:ph type="title"/>
          </p:nvPr>
        </p:nvSpPr>
        <p:spPr>
          <a:xfrm>
            <a:off x="713100" y="451425"/>
            <a:ext cx="7717800" cy="752400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PT Sans"/>
                <a:ea typeface="PT Sans"/>
                <a:cs typeface="PT Sans"/>
                <a:sym typeface="PT Sans"/>
              </a:rPr>
              <a:t>Código Python: Visualizar Resultados</a:t>
            </a:r>
            <a:endParaRPr sz="3600">
              <a:latin typeface="PT Sans"/>
              <a:ea typeface="PT Sans"/>
              <a:cs typeface="PT Sans"/>
              <a:sym typeface="PT Sans"/>
            </a:endParaRPr>
          </a:p>
        </p:txBody>
      </p:sp>
      <p:sp>
        <p:nvSpPr>
          <p:cNvPr id="2888" name="Google Shape;2888;p42"/>
          <p:cNvSpPr txBox="1">
            <a:spLocks noGrp="1"/>
          </p:cNvSpPr>
          <p:nvPr>
            <p:ph type="body" idx="1"/>
          </p:nvPr>
        </p:nvSpPr>
        <p:spPr>
          <a:xfrm>
            <a:off x="781500" y="1586825"/>
            <a:ext cx="7717800" cy="294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 dirty="0"/>
              <a:t># Graficar los clusters</a:t>
            </a:r>
            <a:endParaRPr sz="1800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 dirty="0"/>
              <a:t>plt.scatter(X[:, 0], X[:, 1], c=labels, cmap='viridis', marker='o')</a:t>
            </a:r>
            <a:endParaRPr sz="1800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 dirty="0"/>
              <a:t>plt.scatter(centroids[:, 0], centroids[:, 1], c='red', marker='x')</a:t>
            </a:r>
            <a:endParaRPr sz="1800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 dirty="0"/>
              <a:t>plt.title('Clusters y sus centroides')</a:t>
            </a:r>
            <a:endParaRPr sz="1800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 dirty="0"/>
              <a:t>plt.xlabel('Característica 1')</a:t>
            </a:r>
            <a:endParaRPr sz="1800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 dirty="0"/>
              <a:t>plt.ylabel('Característica 2')</a:t>
            </a:r>
            <a:endParaRPr sz="1800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 dirty="0"/>
              <a:t>plt.show()</a:t>
            </a:r>
            <a:endParaRPr sz="1800" dirty="0"/>
          </a:p>
        </p:txBody>
      </p:sp>
      <p:grpSp>
        <p:nvGrpSpPr>
          <p:cNvPr id="2889" name="Google Shape;2889;p42"/>
          <p:cNvGrpSpPr/>
          <p:nvPr/>
        </p:nvGrpSpPr>
        <p:grpSpPr>
          <a:xfrm>
            <a:off x="6976014" y="4286398"/>
            <a:ext cx="883262" cy="242091"/>
            <a:chOff x="2300350" y="2601250"/>
            <a:chExt cx="2275275" cy="623625"/>
          </a:xfrm>
        </p:grpSpPr>
        <p:sp>
          <p:nvSpPr>
            <p:cNvPr id="2890" name="Google Shape;2890;p42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1" name="Google Shape;2891;p42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2" name="Google Shape;2892;p42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3" name="Google Shape;2893;p42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4" name="Google Shape;2894;p42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5" name="Google Shape;2895;p42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0" name="Google Shape;2900;p43"/>
          <p:cNvSpPr txBox="1">
            <a:spLocks noGrp="1"/>
          </p:cNvSpPr>
          <p:nvPr>
            <p:ph type="title"/>
          </p:nvPr>
        </p:nvSpPr>
        <p:spPr>
          <a:xfrm>
            <a:off x="713100" y="451425"/>
            <a:ext cx="7717800" cy="752400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PT Sans"/>
                <a:ea typeface="PT Sans"/>
                <a:cs typeface="PT Sans"/>
                <a:sym typeface="PT Sans"/>
              </a:rPr>
              <a:t>Interpretación del Resultado</a:t>
            </a:r>
            <a:endParaRPr sz="3600">
              <a:latin typeface="PT Sans"/>
              <a:ea typeface="PT Sans"/>
              <a:cs typeface="PT Sans"/>
              <a:sym typeface="PT Sans"/>
            </a:endParaRPr>
          </a:p>
        </p:txBody>
      </p:sp>
      <p:sp>
        <p:nvSpPr>
          <p:cNvPr id="2901" name="Google Shape;2901;p43"/>
          <p:cNvSpPr txBox="1">
            <a:spLocks noGrp="1"/>
          </p:cNvSpPr>
          <p:nvPr>
            <p:ph type="body" idx="1"/>
          </p:nvPr>
        </p:nvSpPr>
        <p:spPr>
          <a:xfrm>
            <a:off x="781500" y="1586825"/>
            <a:ext cx="7717800" cy="294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/>
              <a:t>El gráfico muestra dos grupos claramente delimitados. El algoritmo asigna correctamente cada punto a su cluster correspondiente y los centroides (en rojo) representan el centro de cada grupo.</a:t>
            </a:r>
            <a:endParaRPr sz="2400"/>
          </a:p>
        </p:txBody>
      </p:sp>
      <p:grpSp>
        <p:nvGrpSpPr>
          <p:cNvPr id="2902" name="Google Shape;2902;p43"/>
          <p:cNvGrpSpPr/>
          <p:nvPr/>
        </p:nvGrpSpPr>
        <p:grpSpPr>
          <a:xfrm>
            <a:off x="6976014" y="4286398"/>
            <a:ext cx="883262" cy="242091"/>
            <a:chOff x="2300350" y="2601250"/>
            <a:chExt cx="2275275" cy="623625"/>
          </a:xfrm>
        </p:grpSpPr>
        <p:sp>
          <p:nvSpPr>
            <p:cNvPr id="2903" name="Google Shape;2903;p43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4" name="Google Shape;2904;p43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5" name="Google Shape;2905;p43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6" name="Google Shape;2906;p43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7" name="Google Shape;2907;p43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8" name="Google Shape;2908;p43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3" name="Google Shape;2913;p44"/>
          <p:cNvSpPr txBox="1">
            <a:spLocks noGrp="1"/>
          </p:cNvSpPr>
          <p:nvPr>
            <p:ph type="title"/>
          </p:nvPr>
        </p:nvSpPr>
        <p:spPr>
          <a:xfrm>
            <a:off x="713100" y="451425"/>
            <a:ext cx="7717800" cy="752400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PT Sans"/>
                <a:ea typeface="PT Sans"/>
                <a:cs typeface="PT Sans"/>
                <a:sym typeface="PT Sans"/>
              </a:rPr>
              <a:t>Taller Sencillo: Crear Tus Propios Clusters</a:t>
            </a:r>
            <a:endParaRPr sz="3600">
              <a:latin typeface="PT Sans"/>
              <a:ea typeface="PT Sans"/>
              <a:cs typeface="PT Sans"/>
              <a:sym typeface="PT Sans"/>
            </a:endParaRPr>
          </a:p>
        </p:txBody>
      </p:sp>
      <p:sp>
        <p:nvSpPr>
          <p:cNvPr id="2914" name="Google Shape;2914;p44"/>
          <p:cNvSpPr txBox="1">
            <a:spLocks noGrp="1"/>
          </p:cNvSpPr>
          <p:nvPr>
            <p:ph type="body" idx="1"/>
          </p:nvPr>
        </p:nvSpPr>
        <p:spPr>
          <a:xfrm>
            <a:off x="781500" y="1586825"/>
            <a:ext cx="7717800" cy="294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/>
              <a:t>1. Cambia el número de clusters (k) a 3 o 4 y observa los resultados.</a:t>
            </a:r>
            <a:endParaRPr sz="240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/>
              <a:t>2. Prueba con otros conjuntos de datos.</a:t>
            </a:r>
            <a:endParaRPr sz="240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/>
              <a:t>3. ¿Qué pasa si los datos no son tan claramente separables?</a:t>
            </a:r>
            <a:endParaRPr sz="24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/>
              <a:t>4. Comenta tus observaciones y aprende haciendo.</a:t>
            </a:r>
            <a:endParaRPr sz="2400"/>
          </a:p>
        </p:txBody>
      </p:sp>
      <p:grpSp>
        <p:nvGrpSpPr>
          <p:cNvPr id="2915" name="Google Shape;2915;p44"/>
          <p:cNvGrpSpPr/>
          <p:nvPr/>
        </p:nvGrpSpPr>
        <p:grpSpPr>
          <a:xfrm>
            <a:off x="6976014" y="4286398"/>
            <a:ext cx="883262" cy="242091"/>
            <a:chOff x="2300350" y="2601250"/>
            <a:chExt cx="2275275" cy="623625"/>
          </a:xfrm>
        </p:grpSpPr>
        <p:sp>
          <p:nvSpPr>
            <p:cNvPr id="2916" name="Google Shape;2916;p44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7" name="Google Shape;2917;p44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8" name="Google Shape;2918;p44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9" name="Google Shape;2919;p44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0" name="Google Shape;2920;p44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1" name="Google Shape;2921;p44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6" name="Google Shape;2926;p45"/>
          <p:cNvSpPr txBox="1">
            <a:spLocks noGrp="1"/>
          </p:cNvSpPr>
          <p:nvPr>
            <p:ph type="title"/>
          </p:nvPr>
        </p:nvSpPr>
        <p:spPr>
          <a:xfrm>
            <a:off x="713100" y="451425"/>
            <a:ext cx="7717800" cy="752400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PT Sans"/>
                <a:ea typeface="PT Sans"/>
                <a:cs typeface="PT Sans"/>
                <a:sym typeface="PT Sans"/>
              </a:rPr>
              <a:t>Conclusiones Finales</a:t>
            </a:r>
            <a:endParaRPr sz="3600">
              <a:latin typeface="PT Sans"/>
              <a:ea typeface="PT Sans"/>
              <a:cs typeface="PT Sans"/>
              <a:sym typeface="PT Sans"/>
            </a:endParaRPr>
          </a:p>
        </p:txBody>
      </p:sp>
      <p:sp>
        <p:nvSpPr>
          <p:cNvPr id="2927" name="Google Shape;2927;p45"/>
          <p:cNvSpPr txBox="1">
            <a:spLocks noGrp="1"/>
          </p:cNvSpPr>
          <p:nvPr>
            <p:ph type="body" idx="1"/>
          </p:nvPr>
        </p:nvSpPr>
        <p:spPr>
          <a:xfrm>
            <a:off x="781500" y="1586825"/>
            <a:ext cx="7717800" cy="294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/>
              <a:t>El clustering es una herramienta clave para descubrir estructuras ocultas en datos sin etiquetas. K-means es un algoritmo sencillo, pero potente que ayuda a segmentar datos rápidamente. La práctica con ejemplos en Python facilita su comprensión y aplicación en diferentes contextos.</a:t>
            </a:r>
            <a:endParaRPr sz="2400"/>
          </a:p>
        </p:txBody>
      </p:sp>
      <p:grpSp>
        <p:nvGrpSpPr>
          <p:cNvPr id="2928" name="Google Shape;2928;p45"/>
          <p:cNvGrpSpPr/>
          <p:nvPr/>
        </p:nvGrpSpPr>
        <p:grpSpPr>
          <a:xfrm>
            <a:off x="6976014" y="4286398"/>
            <a:ext cx="883262" cy="242091"/>
            <a:chOff x="2300350" y="2601250"/>
            <a:chExt cx="2275275" cy="623625"/>
          </a:xfrm>
        </p:grpSpPr>
        <p:sp>
          <p:nvSpPr>
            <p:cNvPr id="2929" name="Google Shape;2929;p45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0" name="Google Shape;2930;p45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1" name="Google Shape;2931;p45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2" name="Google Shape;2932;p45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3" name="Google Shape;2933;p45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4" name="Google Shape;2934;p45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Data Center Business Plan by Slidesgo">
  <a:themeElements>
    <a:clrScheme name="Simple Light">
      <a:dk1>
        <a:srgbClr val="000000"/>
      </a:dk1>
      <a:lt1>
        <a:srgbClr val="FFFFFF"/>
      </a:lt1>
      <a:dk2>
        <a:srgbClr val="606060"/>
      </a:dk2>
      <a:lt2>
        <a:srgbClr val="151B46"/>
      </a:lt2>
      <a:accent1>
        <a:srgbClr val="2C4ED7"/>
      </a:accent1>
      <a:accent2>
        <a:srgbClr val="8FFFFF"/>
      </a:accent2>
      <a:accent3>
        <a:srgbClr val="95FFAE"/>
      </a:accent3>
      <a:accent4>
        <a:srgbClr val="1D2875"/>
      </a:accent4>
      <a:accent5>
        <a:srgbClr val="FFFFFF"/>
      </a:accent5>
      <a:accent6>
        <a:srgbClr val="FFFFFF"/>
      </a:accent6>
      <a:hlink>
        <a:srgbClr val="8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623</Words>
  <Application>Microsoft Office PowerPoint</Application>
  <PresentationFormat>Presentación en pantalla (16:9)</PresentationFormat>
  <Paragraphs>64</Paragraphs>
  <Slides>15</Slides>
  <Notes>15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15</vt:i4>
      </vt:variant>
    </vt:vector>
  </HeadingPairs>
  <TitlesOfParts>
    <vt:vector size="20" baseType="lpstr">
      <vt:lpstr>Arial</vt:lpstr>
      <vt:lpstr>Roboto Condensed Light</vt:lpstr>
      <vt:lpstr>PT Sans</vt:lpstr>
      <vt:lpstr>Exo</vt:lpstr>
      <vt:lpstr>Data Center Business Plan by Slidesgo</vt:lpstr>
      <vt:lpstr>Clustering para Análisis de Datos</vt:lpstr>
      <vt:lpstr>¿Qué es Clustering?</vt:lpstr>
      <vt:lpstr>Importancia del Clustering</vt:lpstr>
      <vt:lpstr>Tipos Comunes de Clustering</vt:lpstr>
      <vt:lpstr>Fundamentos Matemáticos del Clustering</vt:lpstr>
      <vt:lpstr>Función Objetivo de K-means</vt:lpstr>
      <vt:lpstr>Pasos del Algoritmo K-means</vt:lpstr>
      <vt:lpstr>Ventajas y Desventajas de K-means</vt:lpstr>
      <vt:lpstr>Ejemplo Práctico: Preparación de Datos</vt:lpstr>
      <vt:lpstr>Código Python: Importar Datos y Librerías</vt:lpstr>
      <vt:lpstr>Código Python: Aplicar K-means</vt:lpstr>
      <vt:lpstr>Código Python: Visualizar Resultados</vt:lpstr>
      <vt:lpstr>Interpretación del Resultado</vt:lpstr>
      <vt:lpstr>Taller Sencillo: Crear Tus Propios Clusters</vt:lpstr>
      <vt:lpstr>Conclusiones Finales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Clustering para Análisis de Datos</dc:title>
  <cp:lastModifiedBy>andres hernandez</cp:lastModifiedBy>
  <cp:revision>1</cp:revision>
  <dcterms:modified xsi:type="dcterms:W3CDTF">2025-11-20T00:47:12Z</dcterms:modified>
</cp:coreProperties>
</file>
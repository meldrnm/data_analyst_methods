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Exo" panose="020B0604020202020204" charset="0"/>
      <p:regular r:id="rId19"/>
      <p:bold r:id="rId20"/>
      <p:italic r:id="rId21"/>
      <p:boldItalic r:id="rId22"/>
    </p:embeddedFont>
    <p:embeddedFont>
      <p:font typeface="PT Sans" panose="020B0503020203020204" pitchFamily="34" charset="0"/>
      <p:regular r:id="rId23"/>
      <p:bold r:id="rId24"/>
      <p:italic r:id="rId25"/>
      <p:boldItalic r:id="rId26"/>
    </p:embeddedFont>
    <p:embeddedFont>
      <p:font typeface="Roboto Condensed Light" panose="02000000000000000000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015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Teoría, Matemáticas, Ejemplos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Deep Learning para Análisis de Datos: Imágenes, Video y Audio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Introducción al Deep Learning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Deep Learning es un subcampo del aprendizaje automático que utiliza redes neuronales profundas para modelar patrones complejos en datos. Es especialmente útil para análisis de imágenes, video y audio debido a su capacidad para extraer características relevantes automáticamente.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Aplicaciones en Imágenes, Video y Audio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deep learning se aplica en reconocimiento de imágenes (clasificación, detección), reconocimiento de voz, procesamiento de video (seguimiento, análisis) y más. Estas aplicaciones mejoran la automatización y precisión en diversos campos como la medicina, seguridad y entretenimiento.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Conceptos Básicos de Redes Neuronales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Una red neuronal se compone de capas de neuronas artificiales conectadas. Cada neurona recibe entradas, las multiplica por pesos, suma un sesgo y aplica una función de activación para producir una salida.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Matemáticas Fundamentales: Cálculo de una Neurona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salida de una neurona es:  y = f(Σ(w_i x_i) + b), donde w_i son pesos, x_i las entradas, b es el sesgo y f la función de activación, como ReLU o Sigmoide.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Funciones de Activación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funciones de activación introducen no linealidad. Ejemplos: ReLU(x)=max(0,x), Sigmoide(x)=1/(1+e^{-x}). Son cruciales para que la red aprenda representaciones complejas.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Arquitectura típica de una Red Convolucional (CNN)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Las CNNs son ideales para imágenes y videos. Utilizan convoluciones para extraer características espaciales, seguidas de pooling para reducir dimensionalidad y capas densas para clasificación.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Procesamiento de Audio con Deep Learning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audio se representa comúnmente como espectrogramas, que pueden tratarse como imágenes para redes convolucionales, facilitando tareas como reconocimiento de voz y clasificación de sonidos.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Python: Clasificación de Imágenes Simple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Instalamos TensorFlow: pip install tensorflow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Código ejemplo: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import tensorflow as tf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tensorflow.keras import layers, models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 = models.Sequential([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  layers.Input(shape=(28,28,1)),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  layers.Conv2D(32, 3, activation='relu'),</a:t>
            </a:r>
            <a:endParaRPr sz="2400" dirty="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Práctico en Python: Clasificación de Imágenes Simple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layers.MaxPooling2D(),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  layers.Flatten(),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  layers.Dense(10, activation='softmax')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])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model.compile(optimizer='adam', loss='sparse_categorical_crossentropy', metrics=['accuracy'])</a:t>
            </a:r>
            <a:endParaRPr sz="2400" dirty="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11336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Entrenamiento del Modelo con Datos MNIST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from tensorflow.keras.datasets import mnist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(train_images, train_labels), (test_images, test_labels) = mnist.load_data()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train_images = train_images[..., tf.newaxis]/255.0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model.fit(train_images, train_labels, epochs=5, validation_split=0.1)</a:t>
            </a:r>
            <a:endParaRPr sz="24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Evaluación del Modelo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test_images = test_images[..., tf.newaxis]/255.0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loss, accuracy = model.evaluate(test_images, test_labels)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/>
              <a:t>print(f'Precisión en test: {accuracy:.2f}')</a:t>
            </a:r>
            <a:endParaRPr sz="2400" dirty="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Práctico: Clasificación de Audio Simple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Actividad: Convertir clips de audio en espectrogramas y entrenar una CNN para clasificar sonidos simples. Recursos recomendados: librosa para audio, TensorFlow para modelado.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Práctico: Análisis de Video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Actividad: Extraer fotogramas clave de un video y usar una CNN para clasificar objetos presentes en ellos. Usar OpenCV para procesamiento de video y TensorFlow para redes neuronales.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Recursos Adicionales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Documentación de TensorFlow, libros sobre deep learning, cursos en línea, datasets públicos como MNIST, CIFAR-10, LibriSpeech para práctica constante y profundización.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El deep learning es una herramienta poderosa para analizar imágenes, video y audio. Comprender la teoría y matemáticas permite construir modelos efectivos. La práctica con Python y talleres facilita el aprendizaje activo y la aplicación real.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705</Words>
  <Application>Microsoft Office PowerPoint</Application>
  <PresentationFormat>Presentación en pantalla (16:9)</PresentationFormat>
  <Paragraphs>48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Exo</vt:lpstr>
      <vt:lpstr>Roboto Condensed Light</vt:lpstr>
      <vt:lpstr>PT Sans</vt:lpstr>
      <vt:lpstr>Arial</vt:lpstr>
      <vt:lpstr>Data Center Business Plan by Slidesgo</vt:lpstr>
      <vt:lpstr>Deep Learning para Análisis de Datos: Imágenes, Video y Audio</vt:lpstr>
      <vt:lpstr>Introducción al Deep Learning</vt:lpstr>
      <vt:lpstr>Aplicaciones en Imágenes, Video y Audio</vt:lpstr>
      <vt:lpstr>Conceptos Básicos de Redes Neuronales</vt:lpstr>
      <vt:lpstr>Matemáticas Fundamentales: Cálculo de una Neurona</vt:lpstr>
      <vt:lpstr>Funciones de Activación</vt:lpstr>
      <vt:lpstr>Arquitectura típica de una Red Convolucional (CNN)</vt:lpstr>
      <vt:lpstr>Procesamiento de Audio con Deep Learning</vt:lpstr>
      <vt:lpstr>Ejemplo Práctico en Python: Clasificación de Imágenes Simple</vt:lpstr>
      <vt:lpstr>Ejemplo Práctico en Python: Clasificación de Imágenes Simple</vt:lpstr>
      <vt:lpstr>Entrenamiento del Modelo con Datos MNIST</vt:lpstr>
      <vt:lpstr>Evaluación del Modelo</vt:lpstr>
      <vt:lpstr>Taller Práctico: Clasificación de Audio Simple</vt:lpstr>
      <vt:lpstr>Taller Práctico: Análisis de Video</vt:lpstr>
      <vt:lpstr>Recursos Adicionales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para Análisis de Datos: Imágenes, Video y Audio</dc:title>
  <cp:lastModifiedBy>andres hernandez</cp:lastModifiedBy>
  <cp:revision>2</cp:revision>
  <dcterms:modified xsi:type="dcterms:W3CDTF">2025-11-24T16:34:03Z</dcterms:modified>
</cp:coreProperties>
</file>
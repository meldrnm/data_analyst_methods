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embeddedFontLst>
    <p:embeddedFont>
      <p:font typeface="Exo" panose="020B0604020202020204" charset="0"/>
      <p:regular r:id="rId18"/>
      <p:bold r:id="rId19"/>
      <p:italic r:id="rId20"/>
      <p:boldItalic r:id="rId21"/>
    </p:embeddedFont>
    <p:embeddedFont>
      <p:font typeface="PT Sans" panose="020B0503020203020204" pitchFamily="34" charset="0"/>
      <p:regular r:id="rId22"/>
      <p:bold r:id="rId23"/>
      <p:italic r:id="rId24"/>
      <p:boldItalic r:id="rId25"/>
    </p:embeddedFont>
    <p:embeddedFont>
      <p:font typeface="Roboto Condensed Light" panose="02000000000000000000" pitchFamily="2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94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0" name="Google Shape;269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1" name="Google Shape;269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gf11272de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5" name="Google Shape;2755;gf11272de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7" name="Google Shape;2767;g3a4a3d2f2c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8" name="Google Shape;2768;g3a4a3d2f2c9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g3a4a3d2f2c9_3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1" name="Google Shape;2781;g3a4a3d2f2c9_3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3" name="Google Shape;2793;g3a4a3d2f2c9_3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4" name="Google Shape;2794;g3a4a3d2f2c9_3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6" name="Google Shape;2806;g3a4a3d2f2c9_3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7" name="Google Shape;2807;g3a4a3d2f2c9_3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9" name="Google Shape;2819;g3a4a3d2f2c9_3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0" name="Google Shape;2820;g3a4a3d2f2c9_3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2" name="Google Shape;2832;g3a4a3d2f2c9_3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3" name="Google Shape;2833;g3a4a3d2f2c9_3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5" name="Google Shape;2845;g3a4a3d2f2c9_3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6" name="Google Shape;2846;g3a4a3d2f2c9_3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8" name="Google Shape;2858;g3a4a3d2f2c9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9" name="Google Shape;2859;g3a4a3d2f2c9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Google Shape;2871;g3a4a3d2f2c9_3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2" name="Google Shape;2872;g3a4a3d2f2c9_3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4" name="Google Shape;2884;g3a4a3d2f2c9_3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5" name="Google Shape;2885;g3a4a3d2f2c9_3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" name="Google Shape;2897;g3a4a3d2f2c9_3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8" name="Google Shape;2898;g3a4a3d2f2c9_3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0" name="Google Shape;2910;g3a4a3d2f2c9_3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1" name="Google Shape;2911;g3a4a3d2f2c9_3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3" name="Google Shape;2923;g3a4a3d2f2c9_3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4" name="Google Shape;2924;g3a4a3d2f2c9_3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" name="Google Shape;10;p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Google Shape;48;p2"/>
          <p:cNvSpPr txBox="1">
            <a:spLocks noGrp="1"/>
          </p:cNvSpPr>
          <p:nvPr>
            <p:ph type="ctrTitle"/>
          </p:nvPr>
        </p:nvSpPr>
        <p:spPr>
          <a:xfrm>
            <a:off x="1317600" y="1132113"/>
            <a:ext cx="6508800" cy="1998600"/>
          </a:xfrm>
          <a:prstGeom prst="rect">
            <a:avLst/>
          </a:prstGeom>
          <a:effectLst>
            <a:outerShdw blurRad="142875" algn="bl" rotWithShape="0">
              <a:schemeClr val="accent2">
                <a:alpha val="3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2"/>
          <p:cNvSpPr txBox="1">
            <a:spLocks noGrp="1"/>
          </p:cNvSpPr>
          <p:nvPr>
            <p:ph type="subTitle" idx="1"/>
          </p:nvPr>
        </p:nvSpPr>
        <p:spPr>
          <a:xfrm>
            <a:off x="1675175" y="3099088"/>
            <a:ext cx="5793600" cy="91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50" name="Google Shape;50;p2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51" name="Google Shape;51;p2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2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53" name="Google Shape;53;p2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54;p2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55;p2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2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57;p2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2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" name="Google Shape;59;p2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60" name="Google Shape;60;p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2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66" name="Google Shape;66;p2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" name="Google Shape;68;p2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69" name="Google Shape;69;p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" name="Google Shape;72;p2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2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5" name="Google Shape;75;p2"/>
          <p:cNvGrpSpPr/>
          <p:nvPr/>
        </p:nvGrpSpPr>
        <p:grpSpPr>
          <a:xfrm>
            <a:off x="7812807" y="997962"/>
            <a:ext cx="1520982" cy="302065"/>
            <a:chOff x="5642557" y="-150670"/>
            <a:chExt cx="1520982" cy="302065"/>
          </a:xfrm>
        </p:grpSpPr>
        <p:sp>
          <p:nvSpPr>
            <p:cNvPr id="76" name="Google Shape;76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1" name="Google Shape;81;p2"/>
          <p:cNvGrpSpPr/>
          <p:nvPr/>
        </p:nvGrpSpPr>
        <p:grpSpPr>
          <a:xfrm>
            <a:off x="8495989" y="1713528"/>
            <a:ext cx="883262" cy="242091"/>
            <a:chOff x="2300350" y="2601250"/>
            <a:chExt cx="2275275" cy="623625"/>
          </a:xfrm>
        </p:grpSpPr>
        <p:sp>
          <p:nvSpPr>
            <p:cNvPr id="82" name="Google Shape;82;p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2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89" name="Google Shape;89;p2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" name="Google Shape;90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0" name="Google Shape;100;p2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" name="Google Shape;101;p2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2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2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2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1" name="Google Shape;111;p2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12" name="Google Shape;112;p2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2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2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2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2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7" name="Google Shape;117;p2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118" name="Google Shape;118;p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" name="Google Shape;123;p2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124" name="Google Shape;124;p2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2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" name="Google Shape;126;p2"/>
          <p:cNvSpPr/>
          <p:nvPr/>
        </p:nvSpPr>
        <p:spPr>
          <a:xfrm rot="10800000">
            <a:off x="1023762" y="43894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9" name="Google Shape;129;p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7" name="Google Shape;167;p3"/>
          <p:cNvSpPr txBox="1">
            <a:spLocks noGrp="1"/>
          </p:cNvSpPr>
          <p:nvPr>
            <p:ph type="title"/>
          </p:nvPr>
        </p:nvSpPr>
        <p:spPr>
          <a:xfrm>
            <a:off x="1208500" y="2089070"/>
            <a:ext cx="67269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8" name="Google Shape;168;p3"/>
          <p:cNvSpPr txBox="1">
            <a:spLocks noGrp="1"/>
          </p:cNvSpPr>
          <p:nvPr>
            <p:ph type="subTitle" idx="1"/>
          </p:nvPr>
        </p:nvSpPr>
        <p:spPr>
          <a:xfrm>
            <a:off x="1208650" y="3054420"/>
            <a:ext cx="6726900" cy="92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3"/>
          <p:cNvSpPr txBox="1">
            <a:spLocks noGrp="1"/>
          </p:cNvSpPr>
          <p:nvPr>
            <p:ph type="title" idx="2" hasCustomPrompt="1"/>
          </p:nvPr>
        </p:nvSpPr>
        <p:spPr>
          <a:xfrm>
            <a:off x="3132450" y="1168380"/>
            <a:ext cx="28791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3"/>
          <p:cNvSpPr/>
          <p:nvPr/>
        </p:nvSpPr>
        <p:spPr>
          <a:xfrm rot="10800000" flipH="1">
            <a:off x="7847593" y="412557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5400000" flipH="1">
            <a:off x="7699352" y="4771133"/>
            <a:ext cx="883262" cy="242091"/>
            <a:chOff x="2300350" y="2601250"/>
            <a:chExt cx="2275275" cy="623625"/>
          </a:xfrm>
        </p:grpSpPr>
        <p:sp>
          <p:nvSpPr>
            <p:cNvPr id="172" name="Google Shape;172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" name="Google Shape;178;p3"/>
          <p:cNvSpPr/>
          <p:nvPr/>
        </p:nvSpPr>
        <p:spPr>
          <a:xfrm flipH="1">
            <a:off x="8088870" y="15356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8658746" y="2349080"/>
            <a:ext cx="1823016" cy="196994"/>
            <a:chOff x="7857346" y="4002005"/>
            <a:chExt cx="1823016" cy="196994"/>
          </a:xfrm>
        </p:grpSpPr>
        <p:sp>
          <p:nvSpPr>
            <p:cNvPr id="180" name="Google Shape;180;p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" name="Google Shape;183;p3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5" name="Google Shape;185;p3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86" name="Google Shape;186;p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" name="Google Shape;191;p3"/>
          <p:cNvGrpSpPr/>
          <p:nvPr/>
        </p:nvGrpSpPr>
        <p:grpSpPr>
          <a:xfrm>
            <a:off x="5134732" y="4950349"/>
            <a:ext cx="1520982" cy="302065"/>
            <a:chOff x="5642557" y="-150670"/>
            <a:chExt cx="1520982" cy="302065"/>
          </a:xfrm>
        </p:grpSpPr>
        <p:sp>
          <p:nvSpPr>
            <p:cNvPr id="192" name="Google Shape;192;p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7" name="Google Shape;197;p3"/>
          <p:cNvGrpSpPr/>
          <p:nvPr/>
        </p:nvGrpSpPr>
        <p:grpSpPr>
          <a:xfrm>
            <a:off x="8419792" y="3307266"/>
            <a:ext cx="1105976" cy="133969"/>
            <a:chOff x="8183182" y="663852"/>
            <a:chExt cx="1475028" cy="178673"/>
          </a:xfrm>
        </p:grpSpPr>
        <p:grpSp>
          <p:nvGrpSpPr>
            <p:cNvPr id="198" name="Google Shape;198;p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9" name="Google Shape;199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9" name="Google Shape;209;p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0" name="Google Shape;210;p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Google Shape;217;p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0" name="Google Shape;220;p3"/>
          <p:cNvSpPr/>
          <p:nvPr/>
        </p:nvSpPr>
        <p:spPr>
          <a:xfrm>
            <a:off x="-1414555" y="40238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3"/>
          <p:cNvSpPr/>
          <p:nvPr/>
        </p:nvSpPr>
        <p:spPr>
          <a:xfrm>
            <a:off x="-1111455" y="3744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2" name="Google Shape;222;p3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223" name="Google Shape;223;p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oogle Shape;230;p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1" name="Google Shape;231;p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57;p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58;p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59;p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9" name="Google Shape;269;p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4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>
            <a:endParaRPr/>
          </a:p>
        </p:txBody>
      </p:sp>
      <p:grpSp>
        <p:nvGrpSpPr>
          <p:cNvPr id="271" name="Google Shape;271;p4"/>
          <p:cNvGrpSpPr/>
          <p:nvPr/>
        </p:nvGrpSpPr>
        <p:grpSpPr>
          <a:xfrm rot="5400000" flipH="1">
            <a:off x="7845446" y="144030"/>
            <a:ext cx="1823016" cy="296643"/>
            <a:chOff x="7857346" y="3902355"/>
            <a:chExt cx="1823016" cy="296643"/>
          </a:xfrm>
        </p:grpSpPr>
        <p:sp>
          <p:nvSpPr>
            <p:cNvPr id="272" name="Google Shape;272;p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4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9" name="Google Shape;279;p4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280" name="Google Shape;280;p4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81;p4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82;p4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3" name="Google Shape;283;p4"/>
          <p:cNvGrpSpPr/>
          <p:nvPr/>
        </p:nvGrpSpPr>
        <p:grpSpPr>
          <a:xfrm>
            <a:off x="-243064" y="160512"/>
            <a:ext cx="1105976" cy="133969"/>
            <a:chOff x="8183182" y="663852"/>
            <a:chExt cx="1475028" cy="178673"/>
          </a:xfrm>
        </p:grpSpPr>
        <p:grpSp>
          <p:nvGrpSpPr>
            <p:cNvPr id="284" name="Google Shape;284;p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5" name="Google Shape;295;p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96" name="Google Shape;296;p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06" name="Google Shape;306;p4"/>
          <p:cNvSpPr/>
          <p:nvPr/>
        </p:nvSpPr>
        <p:spPr>
          <a:xfrm>
            <a:off x="-1568655" y="33635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4"/>
          <p:cNvSpPr/>
          <p:nvPr/>
        </p:nvSpPr>
        <p:spPr>
          <a:xfrm rot="10800000">
            <a:off x="12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9" name="Google Shape;309;p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310" name="Google Shape;310;p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8" name="Google Shape;348;p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49" name="Google Shape;349;p5"/>
          <p:cNvSpPr txBox="1">
            <a:spLocks noGrp="1"/>
          </p:cNvSpPr>
          <p:nvPr>
            <p:ph type="title" idx="2"/>
          </p:nvPr>
        </p:nvSpPr>
        <p:spPr>
          <a:xfrm>
            <a:off x="1540500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5"/>
          <p:cNvSpPr txBox="1">
            <a:spLocks noGrp="1"/>
          </p:cNvSpPr>
          <p:nvPr>
            <p:ph type="subTitle" idx="1"/>
          </p:nvPr>
        </p:nvSpPr>
        <p:spPr>
          <a:xfrm>
            <a:off x="1540500" y="3299259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5"/>
          <p:cNvSpPr txBox="1">
            <a:spLocks noGrp="1"/>
          </p:cNvSpPr>
          <p:nvPr>
            <p:ph type="title" idx="3"/>
          </p:nvPr>
        </p:nvSpPr>
        <p:spPr>
          <a:xfrm>
            <a:off x="4987075" y="2903250"/>
            <a:ext cx="26220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2" name="Google Shape;352;p5"/>
          <p:cNvSpPr txBox="1">
            <a:spLocks noGrp="1"/>
          </p:cNvSpPr>
          <p:nvPr>
            <p:ph type="subTitle" idx="4"/>
          </p:nvPr>
        </p:nvSpPr>
        <p:spPr>
          <a:xfrm>
            <a:off x="4987075" y="3299258"/>
            <a:ext cx="2622000" cy="96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53" name="Google Shape;353;p5"/>
          <p:cNvGrpSpPr/>
          <p:nvPr/>
        </p:nvGrpSpPr>
        <p:grpSpPr>
          <a:xfrm>
            <a:off x="1062892" y="4807516"/>
            <a:ext cx="1548000" cy="68100"/>
            <a:chOff x="3980838" y="4076181"/>
            <a:chExt cx="1548000" cy="68100"/>
          </a:xfrm>
        </p:grpSpPr>
        <p:sp>
          <p:nvSpPr>
            <p:cNvPr id="354" name="Google Shape;354;p5"/>
            <p:cNvSpPr/>
            <p:nvPr/>
          </p:nvSpPr>
          <p:spPr>
            <a:xfrm>
              <a:off x="39808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41041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5"/>
            <p:cNvSpPr/>
            <p:nvPr/>
          </p:nvSpPr>
          <p:spPr>
            <a:xfrm>
              <a:off x="42274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5"/>
            <p:cNvSpPr/>
            <p:nvPr/>
          </p:nvSpPr>
          <p:spPr>
            <a:xfrm>
              <a:off x="43508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5"/>
            <p:cNvSpPr/>
            <p:nvPr/>
          </p:nvSpPr>
          <p:spPr>
            <a:xfrm>
              <a:off x="44741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5"/>
            <p:cNvSpPr/>
            <p:nvPr/>
          </p:nvSpPr>
          <p:spPr>
            <a:xfrm>
              <a:off x="45974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5"/>
            <p:cNvSpPr/>
            <p:nvPr/>
          </p:nvSpPr>
          <p:spPr>
            <a:xfrm>
              <a:off x="47207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5"/>
            <p:cNvSpPr/>
            <p:nvPr/>
          </p:nvSpPr>
          <p:spPr>
            <a:xfrm>
              <a:off x="48441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5"/>
            <p:cNvSpPr/>
            <p:nvPr/>
          </p:nvSpPr>
          <p:spPr>
            <a:xfrm>
              <a:off x="49674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5"/>
            <p:cNvSpPr/>
            <p:nvPr/>
          </p:nvSpPr>
          <p:spPr>
            <a:xfrm>
              <a:off x="509076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5"/>
            <p:cNvSpPr/>
            <p:nvPr/>
          </p:nvSpPr>
          <p:spPr>
            <a:xfrm>
              <a:off x="521408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5"/>
            <p:cNvSpPr/>
            <p:nvPr/>
          </p:nvSpPr>
          <p:spPr>
            <a:xfrm>
              <a:off x="5337413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5"/>
            <p:cNvSpPr/>
            <p:nvPr/>
          </p:nvSpPr>
          <p:spPr>
            <a:xfrm>
              <a:off x="5460738" y="4076181"/>
              <a:ext cx="68100" cy="68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7" name="Google Shape;367;p5"/>
          <p:cNvGrpSpPr/>
          <p:nvPr/>
        </p:nvGrpSpPr>
        <p:grpSpPr>
          <a:xfrm rot="5400000" flipH="1">
            <a:off x="-531622" y="163274"/>
            <a:ext cx="1823016" cy="296643"/>
            <a:chOff x="7857346" y="3902355"/>
            <a:chExt cx="1823016" cy="296643"/>
          </a:xfrm>
        </p:grpSpPr>
        <p:sp>
          <p:nvSpPr>
            <p:cNvPr id="368" name="Google Shape;368;p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4" name="Google Shape;374;p5"/>
          <p:cNvGrpSpPr/>
          <p:nvPr/>
        </p:nvGrpSpPr>
        <p:grpSpPr>
          <a:xfrm>
            <a:off x="4664363" y="4961113"/>
            <a:ext cx="1520982" cy="302065"/>
            <a:chOff x="5642557" y="-150670"/>
            <a:chExt cx="1520982" cy="302065"/>
          </a:xfrm>
        </p:grpSpPr>
        <p:sp>
          <p:nvSpPr>
            <p:cNvPr id="375" name="Google Shape;375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0" name="Google Shape;380;p5"/>
          <p:cNvGrpSpPr/>
          <p:nvPr/>
        </p:nvGrpSpPr>
        <p:grpSpPr>
          <a:xfrm>
            <a:off x="1557957" y="-107958"/>
            <a:ext cx="1520982" cy="302065"/>
            <a:chOff x="5642557" y="-150670"/>
            <a:chExt cx="1520982" cy="302065"/>
          </a:xfrm>
        </p:grpSpPr>
        <p:sp>
          <p:nvSpPr>
            <p:cNvPr id="381" name="Google Shape;381;p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6" name="Google Shape;386;p5"/>
          <p:cNvGrpSpPr/>
          <p:nvPr/>
        </p:nvGrpSpPr>
        <p:grpSpPr>
          <a:xfrm>
            <a:off x="7855739" y="297302"/>
            <a:ext cx="883262" cy="242091"/>
            <a:chOff x="2300350" y="2601250"/>
            <a:chExt cx="2275275" cy="623625"/>
          </a:xfrm>
        </p:grpSpPr>
        <p:sp>
          <p:nvSpPr>
            <p:cNvPr id="387" name="Google Shape;387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3" name="Google Shape;393;p5"/>
          <p:cNvGrpSpPr/>
          <p:nvPr/>
        </p:nvGrpSpPr>
        <p:grpSpPr>
          <a:xfrm rot="10800000">
            <a:off x="-214148" y="2709227"/>
            <a:ext cx="883262" cy="242091"/>
            <a:chOff x="2300350" y="2601250"/>
            <a:chExt cx="2275275" cy="623625"/>
          </a:xfrm>
        </p:grpSpPr>
        <p:sp>
          <p:nvSpPr>
            <p:cNvPr id="394" name="Google Shape;394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0" name="Google Shape;400;p5"/>
          <p:cNvSpPr/>
          <p:nvPr/>
        </p:nvSpPr>
        <p:spPr>
          <a:xfrm rot="5400000" flipH="1">
            <a:off x="8198089" y="410275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01" name="Google Shape;401;p5"/>
          <p:cNvGrpSpPr/>
          <p:nvPr/>
        </p:nvGrpSpPr>
        <p:grpSpPr>
          <a:xfrm rot="10800000" flipH="1">
            <a:off x="8250449" y="4623928"/>
            <a:ext cx="883262" cy="242091"/>
            <a:chOff x="2300350" y="2601250"/>
            <a:chExt cx="2275275" cy="623625"/>
          </a:xfrm>
        </p:grpSpPr>
        <p:sp>
          <p:nvSpPr>
            <p:cNvPr id="402" name="Google Shape;402;p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10" name="Google Shape;410;p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8" name="Google Shape;448;p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0" name="Google Shape;450;p6"/>
          <p:cNvGrpSpPr/>
          <p:nvPr/>
        </p:nvGrpSpPr>
        <p:grpSpPr>
          <a:xfrm>
            <a:off x="494301" y="4792125"/>
            <a:ext cx="1252897" cy="51000"/>
            <a:chOff x="2915381" y="4104819"/>
            <a:chExt cx="1252897" cy="51000"/>
          </a:xfrm>
        </p:grpSpPr>
        <p:sp>
          <p:nvSpPr>
            <p:cNvPr id="451" name="Google Shape;451;p6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6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6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6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6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6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6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6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6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6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6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6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6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6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5" name="Google Shape;465;p6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6" name="Google Shape;466;p6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467" name="Google Shape;467;p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Google Shape;469;p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Google Shape;470;p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Google Shape;471;p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2" name="Google Shape;472;p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473" name="Google Shape;473;p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Google Shape;474;p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8" name="Google Shape;478;p6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9" name="Google Shape;479;p6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480" name="Google Shape;480;p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6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487" name="Google Shape;487;p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3" name="Google Shape;493;p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494" name="Google Shape;494;p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Google Shape;495;p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Google Shape;497;p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Google Shape;522;p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Google Shape;523;p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Google Shape;525;p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Google Shape;526;p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2" name="Google Shape;532;p7"/>
          <p:cNvSpPr txBox="1">
            <a:spLocks noGrp="1"/>
          </p:cNvSpPr>
          <p:nvPr>
            <p:ph type="title"/>
          </p:nvPr>
        </p:nvSpPr>
        <p:spPr>
          <a:xfrm>
            <a:off x="4433200" y="1945637"/>
            <a:ext cx="399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33" name="Google Shape;533;p7"/>
          <p:cNvSpPr txBox="1">
            <a:spLocks noGrp="1"/>
          </p:cNvSpPr>
          <p:nvPr>
            <p:ph type="subTitle" idx="1"/>
          </p:nvPr>
        </p:nvSpPr>
        <p:spPr>
          <a:xfrm>
            <a:off x="4433200" y="2519285"/>
            <a:ext cx="39978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4" name="Google Shape;534;p7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"/>
          <p:cNvSpPr/>
          <p:nvPr/>
        </p:nvSpPr>
        <p:spPr>
          <a:xfrm rot="-5400000">
            <a:off x="348812" y="-552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6" name="Google Shape;536;p7"/>
          <p:cNvGrpSpPr/>
          <p:nvPr/>
        </p:nvGrpSpPr>
        <p:grpSpPr>
          <a:xfrm rot="10800000">
            <a:off x="-11" y="465966"/>
            <a:ext cx="883262" cy="242091"/>
            <a:chOff x="2300350" y="2601250"/>
            <a:chExt cx="2275275" cy="623625"/>
          </a:xfrm>
        </p:grpSpPr>
        <p:sp>
          <p:nvSpPr>
            <p:cNvPr id="537" name="Google Shape;537;p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3" name="Google Shape;543;p7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544" name="Google Shape;544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7"/>
          <p:cNvSpPr/>
          <p:nvPr/>
        </p:nvSpPr>
        <p:spPr>
          <a:xfrm rot="5400000">
            <a:off x="5514970" y="-3900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7"/>
          <p:cNvSpPr/>
          <p:nvPr/>
        </p:nvSpPr>
        <p:spPr>
          <a:xfrm rot="5400000">
            <a:off x="5794270" y="-86921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1" name="Google Shape;551;p7"/>
          <p:cNvGrpSpPr/>
          <p:nvPr/>
        </p:nvGrpSpPr>
        <p:grpSpPr>
          <a:xfrm>
            <a:off x="3502226" y="841481"/>
            <a:ext cx="1252897" cy="51000"/>
            <a:chOff x="2915381" y="4104819"/>
            <a:chExt cx="1252897" cy="51000"/>
          </a:xfrm>
        </p:grpSpPr>
        <p:sp>
          <p:nvSpPr>
            <p:cNvPr id="552" name="Google Shape;552;p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6" name="Google Shape;566;p7"/>
          <p:cNvSpPr/>
          <p:nvPr/>
        </p:nvSpPr>
        <p:spPr>
          <a:xfrm rot="5400000">
            <a:off x="8206161" y="42078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67" name="Google Shape;567;p7"/>
          <p:cNvGrpSpPr/>
          <p:nvPr/>
        </p:nvGrpSpPr>
        <p:grpSpPr>
          <a:xfrm>
            <a:off x="8085946" y="4723543"/>
            <a:ext cx="1823016" cy="196994"/>
            <a:chOff x="8085946" y="4723543"/>
            <a:chExt cx="1823016" cy="196994"/>
          </a:xfrm>
        </p:grpSpPr>
        <p:sp>
          <p:nvSpPr>
            <p:cNvPr id="568" name="Google Shape;568;p7"/>
            <p:cNvSpPr/>
            <p:nvPr/>
          </p:nvSpPr>
          <p:spPr>
            <a:xfrm rot="10800000" flipH="1">
              <a:off x="8184816" y="4723543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7"/>
            <p:cNvSpPr/>
            <p:nvPr/>
          </p:nvSpPr>
          <p:spPr>
            <a:xfrm rot="10800000" flipH="1">
              <a:off x="8085946" y="4828583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7"/>
            <p:cNvSpPr/>
            <p:nvPr/>
          </p:nvSpPr>
          <p:spPr>
            <a:xfrm rot="10800000" flipH="1">
              <a:off x="8110687" y="4853293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1" name="Google Shape;571;p7"/>
          <p:cNvSpPr/>
          <p:nvPr/>
        </p:nvSpPr>
        <p:spPr>
          <a:xfrm rot="10800000">
            <a:off x="419712" y="40640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2" name="Google Shape;572;p7"/>
          <p:cNvGrpSpPr/>
          <p:nvPr/>
        </p:nvGrpSpPr>
        <p:grpSpPr>
          <a:xfrm rot="5400000">
            <a:off x="29239" y="3087771"/>
            <a:ext cx="98902" cy="553090"/>
            <a:chOff x="4898850" y="4820550"/>
            <a:chExt cx="98902" cy="553090"/>
          </a:xfrm>
        </p:grpSpPr>
        <p:sp>
          <p:nvSpPr>
            <p:cNvPr id="573" name="Google Shape;573;p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78" name="Google Shape;578;p7"/>
          <p:cNvGrpSpPr/>
          <p:nvPr/>
        </p:nvGrpSpPr>
        <p:grpSpPr>
          <a:xfrm>
            <a:off x="4954518" y="4958766"/>
            <a:ext cx="1520982" cy="302065"/>
            <a:chOff x="5642557" y="-150670"/>
            <a:chExt cx="1520982" cy="302065"/>
          </a:xfrm>
        </p:grpSpPr>
        <p:sp>
          <p:nvSpPr>
            <p:cNvPr id="579" name="Google Shape;579;p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Google Shape;580;p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586" name="Google Shape;586;p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Google Shape;598;p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Google Shape;599;p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Google Shape;600;p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Google Shape;619;p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Google Shape;620;p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Google Shape;621;p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Google Shape;622;p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Google Shape;623;p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1182000" y="1320700"/>
            <a:ext cx="6780000" cy="252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625" name="Google Shape;625;p8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6" name="Google Shape;626;p8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627" name="Google Shape;627;p8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Google Shape;628;p8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9" name="Google Shape;629;p8"/>
          <p:cNvGrpSpPr/>
          <p:nvPr/>
        </p:nvGrpSpPr>
        <p:grpSpPr>
          <a:xfrm>
            <a:off x="8059521" y="3662080"/>
            <a:ext cx="1823016" cy="196994"/>
            <a:chOff x="7857346" y="4002005"/>
            <a:chExt cx="1823016" cy="196994"/>
          </a:xfrm>
        </p:grpSpPr>
        <p:sp>
          <p:nvSpPr>
            <p:cNvPr id="630" name="Google Shape;630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Google Shape;631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3" name="Google Shape;633;p8"/>
          <p:cNvSpPr/>
          <p:nvPr/>
        </p:nvSpPr>
        <p:spPr>
          <a:xfrm rot="10800000">
            <a:off x="7375212" y="404493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4" name="Google Shape;634;p8"/>
          <p:cNvGrpSpPr/>
          <p:nvPr/>
        </p:nvGrpSpPr>
        <p:grpSpPr>
          <a:xfrm rot="-5400000" flipH="1">
            <a:off x="3660496" y="4907217"/>
            <a:ext cx="1823016" cy="296643"/>
            <a:chOff x="7857346" y="3902355"/>
            <a:chExt cx="1823016" cy="296643"/>
          </a:xfrm>
        </p:grpSpPr>
        <p:sp>
          <p:nvSpPr>
            <p:cNvPr id="635" name="Google Shape;635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41" name="Google Shape;641;p8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8"/>
          <p:cNvSpPr/>
          <p:nvPr/>
        </p:nvSpPr>
        <p:spPr>
          <a:xfrm rot="10800000">
            <a:off x="4395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44" name="Google Shape;644;p8"/>
          <p:cNvGrpSpPr/>
          <p:nvPr/>
        </p:nvGrpSpPr>
        <p:grpSpPr>
          <a:xfrm>
            <a:off x="7812807" y="1533337"/>
            <a:ext cx="1520982" cy="302065"/>
            <a:chOff x="5642557" y="-150670"/>
            <a:chExt cx="1520982" cy="302065"/>
          </a:xfrm>
        </p:grpSpPr>
        <p:sp>
          <p:nvSpPr>
            <p:cNvPr id="645" name="Google Shape;645;p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0" name="Google Shape;650;p8"/>
          <p:cNvGrpSpPr/>
          <p:nvPr/>
        </p:nvGrpSpPr>
        <p:grpSpPr>
          <a:xfrm rot="5400000">
            <a:off x="424642" y="3926674"/>
            <a:ext cx="302065" cy="1520982"/>
            <a:chOff x="-108754" y="2690919"/>
            <a:chExt cx="302065" cy="1520982"/>
          </a:xfrm>
        </p:grpSpPr>
        <p:sp>
          <p:nvSpPr>
            <p:cNvPr id="651" name="Google Shape;651;p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6" name="Google Shape;656;p8"/>
          <p:cNvSpPr/>
          <p:nvPr/>
        </p:nvSpPr>
        <p:spPr>
          <a:xfrm rot="-5400000" flipH="1">
            <a:off x="1059557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7" name="Google Shape;657;p8"/>
          <p:cNvGrpSpPr/>
          <p:nvPr/>
        </p:nvGrpSpPr>
        <p:grpSpPr>
          <a:xfrm>
            <a:off x="8327763" y="172353"/>
            <a:ext cx="883262" cy="242091"/>
            <a:chOff x="2300350" y="2601250"/>
            <a:chExt cx="2275275" cy="623625"/>
          </a:xfrm>
        </p:grpSpPr>
        <p:sp>
          <p:nvSpPr>
            <p:cNvPr id="658" name="Google Shape;658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64" name="Google Shape;664;p8"/>
          <p:cNvGrpSpPr/>
          <p:nvPr/>
        </p:nvGrpSpPr>
        <p:grpSpPr>
          <a:xfrm flipH="1">
            <a:off x="-248008" y="1713528"/>
            <a:ext cx="883262" cy="242091"/>
            <a:chOff x="2300350" y="2601250"/>
            <a:chExt cx="2275275" cy="623625"/>
          </a:xfrm>
        </p:grpSpPr>
        <p:sp>
          <p:nvSpPr>
            <p:cNvPr id="665" name="Google Shape;665;p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1" name="Google Shape;671;p8"/>
          <p:cNvGrpSpPr/>
          <p:nvPr/>
        </p:nvGrpSpPr>
        <p:grpSpPr>
          <a:xfrm rot="-5400000">
            <a:off x="3666586" y="-57798"/>
            <a:ext cx="1823016" cy="296643"/>
            <a:chOff x="7857346" y="3902355"/>
            <a:chExt cx="1823016" cy="296643"/>
          </a:xfrm>
        </p:grpSpPr>
        <p:sp>
          <p:nvSpPr>
            <p:cNvPr id="672" name="Google Shape;672;p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8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8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8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79" name="Google Shape;679;p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680" name="Google Shape;680;p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Google Shape;711;p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Google Shape;712;p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Google Shape;713;p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Google Shape;714;p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Google Shape;715;p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Google Shape;716;p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Google Shape;717;p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8" name="Google Shape;718;p9"/>
          <p:cNvSpPr txBox="1">
            <a:spLocks noGrp="1"/>
          </p:cNvSpPr>
          <p:nvPr>
            <p:ph type="subTitle" idx="1"/>
          </p:nvPr>
        </p:nvSpPr>
        <p:spPr>
          <a:xfrm>
            <a:off x="1656875" y="2480906"/>
            <a:ext cx="5830200" cy="14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9" name="Google Shape;719;p9"/>
          <p:cNvSpPr txBox="1">
            <a:spLocks noGrp="1"/>
          </p:cNvSpPr>
          <p:nvPr>
            <p:ph type="title"/>
          </p:nvPr>
        </p:nvSpPr>
        <p:spPr>
          <a:xfrm>
            <a:off x="1656875" y="1241200"/>
            <a:ext cx="5830200" cy="1169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720" name="Google Shape;720;p9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1" name="Google Shape;721;p9"/>
          <p:cNvGrpSpPr/>
          <p:nvPr/>
        </p:nvGrpSpPr>
        <p:grpSpPr>
          <a:xfrm rot="10800000">
            <a:off x="-11" y="779178"/>
            <a:ext cx="883262" cy="242091"/>
            <a:chOff x="2300350" y="2601250"/>
            <a:chExt cx="2275275" cy="623625"/>
          </a:xfrm>
        </p:grpSpPr>
        <p:sp>
          <p:nvSpPr>
            <p:cNvPr id="722" name="Google Shape;722;p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28" name="Google Shape;728;p9"/>
          <p:cNvSpPr/>
          <p:nvPr/>
        </p:nvSpPr>
        <p:spPr>
          <a:xfrm rot="5400000">
            <a:off x="1495470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9"/>
          <p:cNvSpPr/>
          <p:nvPr/>
        </p:nvSpPr>
        <p:spPr>
          <a:xfrm rot="5400000">
            <a:off x="1774770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9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31" name="Google Shape;731;p9"/>
          <p:cNvGrpSpPr/>
          <p:nvPr/>
        </p:nvGrpSpPr>
        <p:grpSpPr>
          <a:xfrm>
            <a:off x="-1414555" y="3287329"/>
            <a:ext cx="2297800" cy="347400"/>
            <a:chOff x="-1414555" y="3439729"/>
            <a:chExt cx="2297800" cy="347400"/>
          </a:xfrm>
        </p:grpSpPr>
        <p:sp>
          <p:nvSpPr>
            <p:cNvPr id="732" name="Google Shape;732;p9"/>
            <p:cNvSpPr/>
            <p:nvPr/>
          </p:nvSpPr>
          <p:spPr>
            <a:xfrm>
              <a:off x="-1414555" y="3719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9"/>
            <p:cNvSpPr/>
            <p:nvPr/>
          </p:nvSpPr>
          <p:spPr>
            <a:xfrm>
              <a:off x="-1111455" y="3439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34" name="Google Shape;734;p9"/>
          <p:cNvGrpSpPr/>
          <p:nvPr/>
        </p:nvGrpSpPr>
        <p:grpSpPr>
          <a:xfrm>
            <a:off x="5512632" y="-116346"/>
            <a:ext cx="1520982" cy="302065"/>
            <a:chOff x="5642557" y="-150670"/>
            <a:chExt cx="1520982" cy="302065"/>
          </a:xfrm>
        </p:grpSpPr>
        <p:sp>
          <p:nvSpPr>
            <p:cNvPr id="735" name="Google Shape;735;p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Google Shape;739;p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0" name="Google Shape;740;p9"/>
          <p:cNvGrpSpPr/>
          <p:nvPr/>
        </p:nvGrpSpPr>
        <p:grpSpPr>
          <a:xfrm rot="10800000" flipH="1">
            <a:off x="7918521" y="1923880"/>
            <a:ext cx="1823016" cy="296643"/>
            <a:chOff x="7857346" y="3902355"/>
            <a:chExt cx="1823016" cy="296643"/>
          </a:xfrm>
        </p:grpSpPr>
        <p:sp>
          <p:nvSpPr>
            <p:cNvPr id="741" name="Google Shape;741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9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9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9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47" name="Google Shape;747;p9"/>
          <p:cNvGrpSpPr/>
          <p:nvPr/>
        </p:nvGrpSpPr>
        <p:grpSpPr>
          <a:xfrm flipH="1">
            <a:off x="-799254" y="2157805"/>
            <a:ext cx="1823016" cy="196994"/>
            <a:chOff x="7857346" y="4002005"/>
            <a:chExt cx="1823016" cy="196994"/>
          </a:xfrm>
        </p:grpSpPr>
        <p:sp>
          <p:nvSpPr>
            <p:cNvPr id="748" name="Google Shape;748;p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51" name="Google Shape;751;p9"/>
          <p:cNvGrpSpPr/>
          <p:nvPr/>
        </p:nvGrpSpPr>
        <p:grpSpPr>
          <a:xfrm>
            <a:off x="8331253" y="3180067"/>
            <a:ext cx="1105976" cy="133969"/>
            <a:chOff x="8183182" y="663852"/>
            <a:chExt cx="1475028" cy="178673"/>
          </a:xfrm>
        </p:grpSpPr>
        <p:grpSp>
          <p:nvGrpSpPr>
            <p:cNvPr id="752" name="Google Shape;752;p9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753" name="Google Shape;753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63" name="Google Shape;763;p9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764" name="Google Shape;764;p9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9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9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9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9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9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9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Google Shape;771;p9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Google Shape;772;p9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Google Shape;773;p9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74" name="Google Shape;774;p9"/>
          <p:cNvGrpSpPr/>
          <p:nvPr/>
        </p:nvGrpSpPr>
        <p:grpSpPr>
          <a:xfrm rot="5400000">
            <a:off x="85100" y="4288025"/>
            <a:ext cx="98902" cy="553090"/>
            <a:chOff x="4898850" y="4820550"/>
            <a:chExt cx="98902" cy="553090"/>
          </a:xfrm>
        </p:grpSpPr>
        <p:sp>
          <p:nvSpPr>
            <p:cNvPr id="775" name="Google Shape;775;p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10"/>
          <p:cNvSpPr txBox="1">
            <a:spLocks noGrp="1"/>
          </p:cNvSpPr>
          <p:nvPr>
            <p:ph type="body" idx="1"/>
          </p:nvPr>
        </p:nvSpPr>
        <p:spPr>
          <a:xfrm>
            <a:off x="1109550" y="4079027"/>
            <a:ext cx="6924900" cy="4497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1">
                <a:latin typeface="Exo"/>
                <a:ea typeface="Exo"/>
                <a:cs typeface="Exo"/>
                <a:sym typeface="Exo"/>
              </a:defRPr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3" name="Google Shape;783;p1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784" name="Google Shape;784;p1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1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1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1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1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1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1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Google Shape;791;p1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Google Shape;792;p1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Google Shape;793;p1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Google Shape;794;p1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Google Shape;795;p1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Google Shape;796;p1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1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Google Shape;798;p1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Google Shape;799;p1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1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1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1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1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1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1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1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1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1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1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1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1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1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1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1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1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1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Google Shape;817;p1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Google Shape;818;p1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Google Shape;819;p1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1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1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2" name="Google Shape;822;p11"/>
          <p:cNvSpPr txBox="1">
            <a:spLocks noGrp="1"/>
          </p:cNvSpPr>
          <p:nvPr>
            <p:ph type="title" hasCustomPrompt="1"/>
          </p:nvPr>
        </p:nvSpPr>
        <p:spPr>
          <a:xfrm>
            <a:off x="713100" y="1328587"/>
            <a:ext cx="7717800" cy="1671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3" name="Google Shape;823;p11"/>
          <p:cNvSpPr txBox="1">
            <a:spLocks noGrp="1"/>
          </p:cNvSpPr>
          <p:nvPr>
            <p:ph type="subTitle" idx="1"/>
          </p:nvPr>
        </p:nvSpPr>
        <p:spPr>
          <a:xfrm>
            <a:off x="2037000" y="3075825"/>
            <a:ext cx="5070000" cy="3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824" name="Google Shape;824;p11"/>
          <p:cNvSpPr/>
          <p:nvPr/>
        </p:nvSpPr>
        <p:spPr>
          <a:xfrm rot="-5400000">
            <a:off x="348812" y="2580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25" name="Google Shape;825;p11"/>
          <p:cNvGrpSpPr/>
          <p:nvPr/>
        </p:nvGrpSpPr>
        <p:grpSpPr>
          <a:xfrm>
            <a:off x="1710357" y="-107958"/>
            <a:ext cx="1520982" cy="302065"/>
            <a:chOff x="5642557" y="-150670"/>
            <a:chExt cx="1520982" cy="302065"/>
          </a:xfrm>
        </p:grpSpPr>
        <p:sp>
          <p:nvSpPr>
            <p:cNvPr id="826" name="Google Shape;82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31" name="Google Shape;831;p11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832" name="Google Shape;832;p1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1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1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1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1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11"/>
          <p:cNvSpPr/>
          <p:nvPr/>
        </p:nvSpPr>
        <p:spPr>
          <a:xfrm>
            <a:off x="-1414555" y="3338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1"/>
          <p:cNvSpPr/>
          <p:nvPr/>
        </p:nvSpPr>
        <p:spPr>
          <a:xfrm>
            <a:off x="-1111455" y="30587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39" name="Google Shape;839;p11"/>
          <p:cNvGrpSpPr/>
          <p:nvPr/>
        </p:nvGrpSpPr>
        <p:grpSpPr>
          <a:xfrm flipH="1">
            <a:off x="-799254" y="4139005"/>
            <a:ext cx="1823016" cy="196994"/>
            <a:chOff x="7857346" y="4002005"/>
            <a:chExt cx="1823016" cy="196994"/>
          </a:xfrm>
        </p:grpSpPr>
        <p:sp>
          <p:nvSpPr>
            <p:cNvPr id="840" name="Google Shape;840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Google Shape;841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Google Shape;842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3" name="Google Shape;843;p1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844" name="Google Shape;844;p1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1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1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1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1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1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11"/>
          <p:cNvSpPr/>
          <p:nvPr/>
        </p:nvSpPr>
        <p:spPr>
          <a:xfrm rot="5400000">
            <a:off x="5457595" y="-4919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1"/>
          <p:cNvSpPr/>
          <p:nvPr/>
        </p:nvSpPr>
        <p:spPr>
          <a:xfrm rot="5400000">
            <a:off x="5736895" y="-1888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1"/>
          <p:cNvSpPr/>
          <p:nvPr/>
        </p:nvSpPr>
        <p:spPr>
          <a:xfrm rot="10800000">
            <a:off x="8027645" y="2478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1"/>
          <p:cNvSpPr/>
          <p:nvPr/>
        </p:nvSpPr>
        <p:spPr>
          <a:xfrm rot="5400000">
            <a:off x="8208386" y="420378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1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5" name="Google Shape;855;p11"/>
          <p:cNvGrpSpPr/>
          <p:nvPr/>
        </p:nvGrpSpPr>
        <p:grpSpPr>
          <a:xfrm>
            <a:off x="7965207" y="312162"/>
            <a:ext cx="1520982" cy="302065"/>
            <a:chOff x="5642557" y="-150670"/>
            <a:chExt cx="1520982" cy="302065"/>
          </a:xfrm>
        </p:grpSpPr>
        <p:sp>
          <p:nvSpPr>
            <p:cNvPr id="856" name="Google Shape;856;p1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1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1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1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1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1" name="Google Shape;861;p11"/>
          <p:cNvGrpSpPr/>
          <p:nvPr/>
        </p:nvGrpSpPr>
        <p:grpSpPr>
          <a:xfrm>
            <a:off x="8495989" y="3241228"/>
            <a:ext cx="883262" cy="242091"/>
            <a:chOff x="2300350" y="2601250"/>
            <a:chExt cx="2275275" cy="623625"/>
          </a:xfrm>
        </p:grpSpPr>
        <p:sp>
          <p:nvSpPr>
            <p:cNvPr id="862" name="Google Shape;862;p1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1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1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Google Shape;865;p1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Google Shape;866;p1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Google Shape;867;p1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8" name="Google Shape;868;p11"/>
          <p:cNvGrpSpPr/>
          <p:nvPr/>
        </p:nvGrpSpPr>
        <p:grpSpPr>
          <a:xfrm>
            <a:off x="8267392" y="1860741"/>
            <a:ext cx="1105976" cy="133969"/>
            <a:chOff x="8183182" y="663852"/>
            <a:chExt cx="1475028" cy="178673"/>
          </a:xfrm>
        </p:grpSpPr>
        <p:grpSp>
          <p:nvGrpSpPr>
            <p:cNvPr id="869" name="Google Shape;869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870" name="Google Shape;870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Google Shape;871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Google Shape;872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Google Shape;873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Google Shape;874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Google Shape;875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Google Shape;876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Google Shape;877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Google Shape;878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Google Shape;879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0" name="Google Shape;880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881" name="Google Shape;881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Google Shape;882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Google Shape;883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Google Shape;884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Google Shape;885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Google Shape;886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Google Shape;887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Google Shape;888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Google Shape;889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891" name="Google Shape;891;p1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892" name="Google Shape;892;p1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1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1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1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1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1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1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1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1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1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1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1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1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1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6" name="Google Shape;906;p11"/>
          <p:cNvGrpSpPr/>
          <p:nvPr/>
        </p:nvGrpSpPr>
        <p:grpSpPr>
          <a:xfrm>
            <a:off x="-235013" y="829744"/>
            <a:ext cx="1105976" cy="133969"/>
            <a:chOff x="8183182" y="663852"/>
            <a:chExt cx="1475028" cy="178673"/>
          </a:xfrm>
        </p:grpSpPr>
        <p:grpSp>
          <p:nvGrpSpPr>
            <p:cNvPr id="907" name="Google Shape;907;p1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908" name="Google Shape;908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8" name="Google Shape;918;p1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919" name="Google Shape;919;p1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" name="Google Shape;931;p1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932" name="Google Shape;932;p1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1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1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Google Shape;935;p1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1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1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1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1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1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1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1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Google Shape;943;p1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Google Shape;944;p1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Google Shape;945;p1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1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1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1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1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1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1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70" name="Google Shape;970;p1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71" name="Google Shape;971;p13"/>
          <p:cNvSpPr txBox="1">
            <a:spLocks noGrp="1"/>
          </p:cNvSpPr>
          <p:nvPr>
            <p:ph type="title" idx="2"/>
          </p:nvPr>
        </p:nvSpPr>
        <p:spPr>
          <a:xfrm>
            <a:off x="776550" y="198245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2" name="Google Shape;972;p13"/>
          <p:cNvSpPr txBox="1">
            <a:spLocks noGrp="1"/>
          </p:cNvSpPr>
          <p:nvPr>
            <p:ph type="subTitle" idx="1"/>
          </p:nvPr>
        </p:nvSpPr>
        <p:spPr>
          <a:xfrm>
            <a:off x="776550" y="239105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3" name="Google Shape;973;p13"/>
          <p:cNvSpPr txBox="1">
            <a:spLocks noGrp="1"/>
          </p:cNvSpPr>
          <p:nvPr>
            <p:ph type="title" idx="3" hasCustomPrompt="1"/>
          </p:nvPr>
        </p:nvSpPr>
        <p:spPr>
          <a:xfrm>
            <a:off x="776550" y="1345282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4" name="Google Shape;974;p13"/>
          <p:cNvSpPr txBox="1">
            <a:spLocks noGrp="1"/>
          </p:cNvSpPr>
          <p:nvPr>
            <p:ph type="title" idx="4"/>
          </p:nvPr>
        </p:nvSpPr>
        <p:spPr>
          <a:xfrm>
            <a:off x="34711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5" name="Google Shape;975;p13"/>
          <p:cNvSpPr txBox="1">
            <a:spLocks noGrp="1"/>
          </p:cNvSpPr>
          <p:nvPr>
            <p:ph type="subTitle" idx="5"/>
          </p:nvPr>
        </p:nvSpPr>
        <p:spPr>
          <a:xfrm>
            <a:off x="34711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6" name="Google Shape;976;p13"/>
          <p:cNvSpPr txBox="1">
            <a:spLocks noGrp="1"/>
          </p:cNvSpPr>
          <p:nvPr>
            <p:ph type="title" idx="6" hasCustomPrompt="1"/>
          </p:nvPr>
        </p:nvSpPr>
        <p:spPr>
          <a:xfrm>
            <a:off x="34711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77" name="Google Shape;977;p13"/>
          <p:cNvSpPr txBox="1">
            <a:spLocks noGrp="1"/>
          </p:cNvSpPr>
          <p:nvPr>
            <p:ph type="title" idx="7"/>
          </p:nvPr>
        </p:nvSpPr>
        <p:spPr>
          <a:xfrm>
            <a:off x="6149850" y="198245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78" name="Google Shape;978;p13"/>
          <p:cNvSpPr txBox="1">
            <a:spLocks noGrp="1"/>
          </p:cNvSpPr>
          <p:nvPr>
            <p:ph type="subTitle" idx="8"/>
          </p:nvPr>
        </p:nvSpPr>
        <p:spPr>
          <a:xfrm>
            <a:off x="6149850" y="239105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9" name="Google Shape;979;p13"/>
          <p:cNvSpPr txBox="1">
            <a:spLocks noGrp="1"/>
          </p:cNvSpPr>
          <p:nvPr>
            <p:ph type="title" idx="9" hasCustomPrompt="1"/>
          </p:nvPr>
        </p:nvSpPr>
        <p:spPr>
          <a:xfrm>
            <a:off x="6149850" y="1345282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0" name="Google Shape;980;p13"/>
          <p:cNvSpPr txBox="1">
            <a:spLocks noGrp="1"/>
          </p:cNvSpPr>
          <p:nvPr>
            <p:ph type="title" idx="13"/>
          </p:nvPr>
        </p:nvSpPr>
        <p:spPr>
          <a:xfrm>
            <a:off x="776550" y="3617845"/>
            <a:ext cx="22335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1" name="Google Shape;981;p13"/>
          <p:cNvSpPr txBox="1">
            <a:spLocks noGrp="1"/>
          </p:cNvSpPr>
          <p:nvPr>
            <p:ph type="subTitle" idx="14"/>
          </p:nvPr>
        </p:nvSpPr>
        <p:spPr>
          <a:xfrm>
            <a:off x="776550" y="4026444"/>
            <a:ext cx="22335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2" name="Google Shape;982;p13"/>
          <p:cNvSpPr txBox="1">
            <a:spLocks noGrp="1"/>
          </p:cNvSpPr>
          <p:nvPr>
            <p:ph type="title" idx="15" hasCustomPrompt="1"/>
          </p:nvPr>
        </p:nvSpPr>
        <p:spPr>
          <a:xfrm>
            <a:off x="776550" y="2980641"/>
            <a:ext cx="22335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3" name="Google Shape;983;p13"/>
          <p:cNvSpPr txBox="1">
            <a:spLocks noGrp="1"/>
          </p:cNvSpPr>
          <p:nvPr>
            <p:ph type="title" idx="16"/>
          </p:nvPr>
        </p:nvSpPr>
        <p:spPr>
          <a:xfrm>
            <a:off x="34711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4" name="Google Shape;984;p13"/>
          <p:cNvSpPr txBox="1">
            <a:spLocks noGrp="1"/>
          </p:cNvSpPr>
          <p:nvPr>
            <p:ph type="subTitle" idx="17"/>
          </p:nvPr>
        </p:nvSpPr>
        <p:spPr>
          <a:xfrm>
            <a:off x="34711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5" name="Google Shape;985;p13"/>
          <p:cNvSpPr txBox="1">
            <a:spLocks noGrp="1"/>
          </p:cNvSpPr>
          <p:nvPr>
            <p:ph type="title" idx="18" hasCustomPrompt="1"/>
          </p:nvPr>
        </p:nvSpPr>
        <p:spPr>
          <a:xfrm>
            <a:off x="34711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86" name="Google Shape;986;p13"/>
          <p:cNvSpPr txBox="1">
            <a:spLocks noGrp="1"/>
          </p:cNvSpPr>
          <p:nvPr>
            <p:ph type="title" idx="19"/>
          </p:nvPr>
        </p:nvSpPr>
        <p:spPr>
          <a:xfrm>
            <a:off x="6149850" y="3617845"/>
            <a:ext cx="22017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87" name="Google Shape;987;p13"/>
          <p:cNvSpPr txBox="1">
            <a:spLocks noGrp="1"/>
          </p:cNvSpPr>
          <p:nvPr>
            <p:ph type="subTitle" idx="20"/>
          </p:nvPr>
        </p:nvSpPr>
        <p:spPr>
          <a:xfrm>
            <a:off x="6149850" y="4026444"/>
            <a:ext cx="22017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8" name="Google Shape;988;p13"/>
          <p:cNvSpPr txBox="1">
            <a:spLocks noGrp="1"/>
          </p:cNvSpPr>
          <p:nvPr>
            <p:ph type="title" idx="21" hasCustomPrompt="1"/>
          </p:nvPr>
        </p:nvSpPr>
        <p:spPr>
          <a:xfrm>
            <a:off x="6149850" y="2980641"/>
            <a:ext cx="2201700" cy="484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989" name="Google Shape;989;p13"/>
          <p:cNvGrpSpPr/>
          <p:nvPr/>
        </p:nvGrpSpPr>
        <p:grpSpPr>
          <a:xfrm rot="5400000">
            <a:off x="8381450" y="4569182"/>
            <a:ext cx="98902" cy="553090"/>
            <a:chOff x="4898850" y="4820550"/>
            <a:chExt cx="98902" cy="553090"/>
          </a:xfrm>
        </p:grpSpPr>
        <p:sp>
          <p:nvSpPr>
            <p:cNvPr id="990" name="Google Shape;990;p1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5" name="Google Shape;995;p13"/>
          <p:cNvSpPr/>
          <p:nvPr/>
        </p:nvSpPr>
        <p:spPr>
          <a:xfrm>
            <a:off x="7" y="205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6" name="Google Shape;996;p13"/>
          <p:cNvGrpSpPr/>
          <p:nvPr/>
        </p:nvGrpSpPr>
        <p:grpSpPr>
          <a:xfrm rot="-5400000">
            <a:off x="-148234" y="322631"/>
            <a:ext cx="883262" cy="242091"/>
            <a:chOff x="2300350" y="2601250"/>
            <a:chExt cx="2275275" cy="623625"/>
          </a:xfrm>
        </p:grpSpPr>
        <p:sp>
          <p:nvSpPr>
            <p:cNvPr id="997" name="Google Shape;997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3" name="Google Shape;1003;p13"/>
          <p:cNvSpPr/>
          <p:nvPr/>
        </p:nvSpPr>
        <p:spPr>
          <a:xfrm rot="5400000" flipH="1">
            <a:off x="8216276" y="-33530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4" name="Google Shape;1004;p13"/>
          <p:cNvGrpSpPr/>
          <p:nvPr/>
        </p:nvGrpSpPr>
        <p:grpSpPr>
          <a:xfrm>
            <a:off x="-256008" y="4796266"/>
            <a:ext cx="1105976" cy="133969"/>
            <a:chOff x="8183182" y="663852"/>
            <a:chExt cx="1475028" cy="178673"/>
          </a:xfrm>
        </p:grpSpPr>
        <p:grpSp>
          <p:nvGrpSpPr>
            <p:cNvPr id="1005" name="Google Shape;1005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06" name="Google Shape;1006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Google Shape;1007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Google Shape;1008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Google Shape;1009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Google Shape;1013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Google Shape;1014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Google Shape;1015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16" name="Google Shape;1016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17" name="Google Shape;1017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Google Shape;1018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Google Shape;1019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Google Shape;1020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Google Shape;1021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Google Shape;1023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Google Shape;1025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1026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27" name="Google Shape;1027;p13"/>
          <p:cNvGrpSpPr/>
          <p:nvPr/>
        </p:nvGrpSpPr>
        <p:grpSpPr>
          <a:xfrm>
            <a:off x="8290084" y="239916"/>
            <a:ext cx="1105976" cy="133969"/>
            <a:chOff x="8183182" y="663852"/>
            <a:chExt cx="1475028" cy="178673"/>
          </a:xfrm>
        </p:grpSpPr>
        <p:grpSp>
          <p:nvGrpSpPr>
            <p:cNvPr id="1028" name="Google Shape;1028;p1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029" name="Google Shape;1029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1031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1032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1033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1038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9" name="Google Shape;1039;p1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040" name="Google Shape;1040;p1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1041;p1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1042;p1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1043;p1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1044;p1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1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1046;p1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1047;p1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Google Shape;1048;p1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1049;p1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50" name="Google Shape;1050;p13"/>
          <p:cNvGrpSpPr/>
          <p:nvPr/>
        </p:nvGrpSpPr>
        <p:grpSpPr>
          <a:xfrm rot="5400000">
            <a:off x="8428614" y="2891627"/>
            <a:ext cx="883262" cy="242091"/>
            <a:chOff x="2300350" y="2601250"/>
            <a:chExt cx="2275275" cy="623625"/>
          </a:xfrm>
        </p:grpSpPr>
        <p:sp>
          <p:nvSpPr>
            <p:cNvPr id="1051" name="Google Shape;1051;p1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1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1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1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1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1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13"/>
          <p:cNvGrpSpPr/>
          <p:nvPr/>
        </p:nvGrpSpPr>
        <p:grpSpPr>
          <a:xfrm>
            <a:off x="1634157" y="-107958"/>
            <a:ext cx="1520982" cy="302065"/>
            <a:chOff x="5642557" y="-150670"/>
            <a:chExt cx="1520982" cy="302065"/>
          </a:xfrm>
        </p:grpSpPr>
        <p:sp>
          <p:nvSpPr>
            <p:cNvPr id="1058" name="Google Shape;1058;p13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13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13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13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13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3">
    <p:spTree>
      <p:nvGrpSpPr>
        <p:cNvPr id="1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4" name="Google Shape;1064;p1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065" name="Google Shape;1065;p1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1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1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1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1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1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1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1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1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1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1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1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Google Shape;1077;p1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1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1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1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1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1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Google Shape;1083;p1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1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1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1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1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1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1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1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1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1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1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1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1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1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1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1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1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1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1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Google Shape;1102;p1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3" name="Google Shape;1103;p14"/>
          <p:cNvSpPr txBox="1">
            <a:spLocks noGrp="1"/>
          </p:cNvSpPr>
          <p:nvPr>
            <p:ph type="title"/>
          </p:nvPr>
        </p:nvSpPr>
        <p:spPr>
          <a:xfrm>
            <a:off x="1858000" y="3253511"/>
            <a:ext cx="5428800" cy="434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04" name="Google Shape;1104;p14"/>
          <p:cNvSpPr txBox="1">
            <a:spLocks noGrp="1"/>
          </p:cNvSpPr>
          <p:nvPr>
            <p:ph type="subTitle" idx="1"/>
          </p:nvPr>
        </p:nvSpPr>
        <p:spPr>
          <a:xfrm>
            <a:off x="2262900" y="1459638"/>
            <a:ext cx="4618200" cy="16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05" name="Google Shape;1105;p14"/>
          <p:cNvSpPr/>
          <p:nvPr/>
        </p:nvSpPr>
        <p:spPr>
          <a:xfrm rot="-5400000" flipH="1">
            <a:off x="348818" y="420789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06" name="Google Shape;1106;p14"/>
          <p:cNvGrpSpPr/>
          <p:nvPr/>
        </p:nvGrpSpPr>
        <p:grpSpPr>
          <a:xfrm rot="-5400000">
            <a:off x="6107446" y="30626"/>
            <a:ext cx="1823016" cy="296643"/>
            <a:chOff x="7857346" y="3902355"/>
            <a:chExt cx="1823016" cy="296643"/>
          </a:xfrm>
        </p:grpSpPr>
        <p:sp>
          <p:nvSpPr>
            <p:cNvPr id="1107" name="Google Shape;1107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Google Shape;1108;p14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Google Shape;1109;p14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Google Shape;1110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Google Shape;1111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Google Shape;1112;p14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3" name="Google Shape;1113;p14"/>
          <p:cNvSpPr/>
          <p:nvPr/>
        </p:nvSpPr>
        <p:spPr>
          <a:xfrm flipH="1">
            <a:off x="8088870" y="21452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4" name="Google Shape;1114;p14"/>
          <p:cNvGrpSpPr/>
          <p:nvPr/>
        </p:nvGrpSpPr>
        <p:grpSpPr>
          <a:xfrm>
            <a:off x="8658746" y="2958680"/>
            <a:ext cx="1823016" cy="196994"/>
            <a:chOff x="7857346" y="4002005"/>
            <a:chExt cx="1823016" cy="196994"/>
          </a:xfrm>
        </p:grpSpPr>
        <p:sp>
          <p:nvSpPr>
            <p:cNvPr id="1115" name="Google Shape;1115;p14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Google Shape;1116;p14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Google Shape;1117;p14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18" name="Google Shape;1118;p14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4"/>
          <p:cNvSpPr/>
          <p:nvPr/>
        </p:nvSpPr>
        <p:spPr>
          <a:xfrm>
            <a:off x="16995" y="85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0" name="Google Shape;1120;p14"/>
          <p:cNvGrpSpPr/>
          <p:nvPr/>
        </p:nvGrpSpPr>
        <p:grpSpPr>
          <a:xfrm rot="-5400000">
            <a:off x="338683" y="-295650"/>
            <a:ext cx="302065" cy="1520982"/>
            <a:chOff x="-108754" y="2690919"/>
            <a:chExt cx="302065" cy="1520982"/>
          </a:xfrm>
        </p:grpSpPr>
        <p:sp>
          <p:nvSpPr>
            <p:cNvPr id="1121" name="Google Shape;1121;p14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14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14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14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14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6" name="Google Shape;1126;p14"/>
          <p:cNvGrpSpPr/>
          <p:nvPr/>
        </p:nvGrpSpPr>
        <p:grpSpPr>
          <a:xfrm>
            <a:off x="4296532" y="4950349"/>
            <a:ext cx="1520982" cy="302065"/>
            <a:chOff x="5642557" y="-150670"/>
            <a:chExt cx="1520982" cy="302065"/>
          </a:xfrm>
        </p:grpSpPr>
        <p:sp>
          <p:nvSpPr>
            <p:cNvPr id="1127" name="Google Shape;1127;p1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1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1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1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1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2" name="Google Shape;1132;p14"/>
          <p:cNvGrpSpPr/>
          <p:nvPr/>
        </p:nvGrpSpPr>
        <p:grpSpPr>
          <a:xfrm rot="5400000">
            <a:off x="6750925" y="4175162"/>
            <a:ext cx="98902" cy="553090"/>
            <a:chOff x="4898850" y="4820550"/>
            <a:chExt cx="98902" cy="553090"/>
          </a:xfrm>
        </p:grpSpPr>
        <p:sp>
          <p:nvSpPr>
            <p:cNvPr id="1133" name="Google Shape;1133;p1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1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Google Shape;1135;p1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Google Shape;1136;p1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Google Shape;1137;p1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38" name="Google Shape;1138;p14"/>
          <p:cNvGrpSpPr/>
          <p:nvPr/>
        </p:nvGrpSpPr>
        <p:grpSpPr>
          <a:xfrm>
            <a:off x="-1414555" y="3744529"/>
            <a:ext cx="2297800" cy="347400"/>
            <a:chOff x="-1414555" y="3744529"/>
            <a:chExt cx="2297800" cy="347400"/>
          </a:xfrm>
        </p:grpSpPr>
        <p:sp>
          <p:nvSpPr>
            <p:cNvPr id="1139" name="Google Shape;1139;p14"/>
            <p:cNvSpPr/>
            <p:nvPr/>
          </p:nvSpPr>
          <p:spPr>
            <a:xfrm>
              <a:off x="-1414555" y="40238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14"/>
            <p:cNvSpPr/>
            <p:nvPr/>
          </p:nvSpPr>
          <p:spPr>
            <a:xfrm>
              <a:off x="-1111455" y="37445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14"/>
          <p:cNvGrpSpPr/>
          <p:nvPr/>
        </p:nvGrpSpPr>
        <p:grpSpPr>
          <a:xfrm rot="10800000">
            <a:off x="-155261" y="2431003"/>
            <a:ext cx="883262" cy="242091"/>
            <a:chOff x="2300350" y="2601250"/>
            <a:chExt cx="2275275" cy="623625"/>
          </a:xfrm>
        </p:grpSpPr>
        <p:sp>
          <p:nvSpPr>
            <p:cNvPr id="1142" name="Google Shape;1142;p1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1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1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1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1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1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BLANK_4">
    <p:spTree>
      <p:nvGrpSpPr>
        <p:cNvPr id="1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9" name="Google Shape;1149;p1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150" name="Google Shape;1150;p1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1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1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1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1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1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1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1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1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1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Google Shape;1160;p1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Google Shape;1161;p1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Google Shape;1162;p1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1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1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1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1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1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1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1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1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1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1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1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1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1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1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1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1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1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Google Shape;1180;p1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Google Shape;1181;p1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Google Shape;1182;p1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Google Shape;1183;p1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Google Shape;1184;p1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Google Shape;1185;p1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Google Shape;1186;p1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Google Shape;1187;p1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88" name="Google Shape;1188;p15"/>
          <p:cNvSpPr txBox="1">
            <a:spLocks noGrp="1"/>
          </p:cNvSpPr>
          <p:nvPr>
            <p:ph type="title"/>
          </p:nvPr>
        </p:nvSpPr>
        <p:spPr>
          <a:xfrm>
            <a:off x="864525" y="2215425"/>
            <a:ext cx="6772200" cy="8136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89" name="Google Shape;1189;p15"/>
          <p:cNvSpPr txBox="1">
            <a:spLocks noGrp="1"/>
          </p:cNvSpPr>
          <p:nvPr>
            <p:ph type="subTitle" idx="1"/>
          </p:nvPr>
        </p:nvSpPr>
        <p:spPr>
          <a:xfrm>
            <a:off x="864525" y="3045400"/>
            <a:ext cx="6646200" cy="7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90" name="Google Shape;1190;p15"/>
          <p:cNvSpPr txBox="1">
            <a:spLocks noGrp="1"/>
          </p:cNvSpPr>
          <p:nvPr>
            <p:ph type="title" idx="2" hasCustomPrompt="1"/>
          </p:nvPr>
        </p:nvSpPr>
        <p:spPr>
          <a:xfrm>
            <a:off x="864525" y="910725"/>
            <a:ext cx="2130300" cy="1304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1191" name="Google Shape;1191;p15"/>
          <p:cNvGrpSpPr/>
          <p:nvPr/>
        </p:nvGrpSpPr>
        <p:grpSpPr>
          <a:xfrm rot="5400000">
            <a:off x="-32670" y="1621025"/>
            <a:ext cx="98902" cy="553090"/>
            <a:chOff x="4898850" y="4820550"/>
            <a:chExt cx="98902" cy="553090"/>
          </a:xfrm>
        </p:grpSpPr>
        <p:sp>
          <p:nvSpPr>
            <p:cNvPr id="1192" name="Google Shape;1192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Google Shape;1193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Google Shape;1194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Google Shape;1195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Google Shape;1196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97" name="Google Shape;1197;p15"/>
          <p:cNvSpPr/>
          <p:nvPr/>
        </p:nvSpPr>
        <p:spPr>
          <a:xfrm rot="-5400000">
            <a:off x="348818" y="3906123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15"/>
          <p:cNvSpPr/>
          <p:nvPr/>
        </p:nvSpPr>
        <p:spPr>
          <a:xfrm rot="5400000">
            <a:off x="-562205" y="-3395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15"/>
          <p:cNvSpPr/>
          <p:nvPr/>
        </p:nvSpPr>
        <p:spPr>
          <a:xfrm rot="5400000">
            <a:off x="-282905" y="-36496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0" name="Google Shape;1200;p15"/>
          <p:cNvSpPr/>
          <p:nvPr/>
        </p:nvSpPr>
        <p:spPr>
          <a:xfrm rot="10800000" flipH="1">
            <a:off x="2891470" y="4842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1" name="Google Shape;1201;p15"/>
          <p:cNvSpPr/>
          <p:nvPr/>
        </p:nvSpPr>
        <p:spPr>
          <a:xfrm>
            <a:off x="8535575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02" name="Google Shape;1202;p15"/>
          <p:cNvGrpSpPr/>
          <p:nvPr/>
        </p:nvGrpSpPr>
        <p:grpSpPr>
          <a:xfrm flipH="1">
            <a:off x="7898009" y="350736"/>
            <a:ext cx="1520982" cy="302065"/>
            <a:chOff x="5642557" y="-150670"/>
            <a:chExt cx="1520982" cy="302065"/>
          </a:xfrm>
        </p:grpSpPr>
        <p:sp>
          <p:nvSpPr>
            <p:cNvPr id="1203" name="Google Shape;1203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Google Shape;1204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Google Shape;1205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Google Shape;1206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Google Shape;1207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08" name="Google Shape;1208;p15"/>
          <p:cNvGrpSpPr/>
          <p:nvPr/>
        </p:nvGrpSpPr>
        <p:grpSpPr>
          <a:xfrm rot="5400000">
            <a:off x="109552" y="1954025"/>
            <a:ext cx="98902" cy="553090"/>
            <a:chOff x="4898850" y="4820550"/>
            <a:chExt cx="98902" cy="553090"/>
          </a:xfrm>
        </p:grpSpPr>
        <p:sp>
          <p:nvSpPr>
            <p:cNvPr id="1209" name="Google Shape;1209;p1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Google Shape;1210;p1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Google Shape;1211;p1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Google Shape;1212;p1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Google Shape;1213;p1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4" name="Google Shape;1214;p15"/>
          <p:cNvGrpSpPr/>
          <p:nvPr/>
        </p:nvGrpSpPr>
        <p:grpSpPr>
          <a:xfrm>
            <a:off x="4682157" y="-107958"/>
            <a:ext cx="1520982" cy="302065"/>
            <a:chOff x="5642557" y="-150670"/>
            <a:chExt cx="1520982" cy="302065"/>
          </a:xfrm>
        </p:grpSpPr>
        <p:sp>
          <p:nvSpPr>
            <p:cNvPr id="1215" name="Google Shape;1215;p15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Google Shape;1216;p15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15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Google Shape;1218;p15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Google Shape;1219;p15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0" name="Google Shape;1220;p15"/>
          <p:cNvGrpSpPr/>
          <p:nvPr/>
        </p:nvGrpSpPr>
        <p:grpSpPr>
          <a:xfrm>
            <a:off x="7881845" y="4336579"/>
            <a:ext cx="2297800" cy="347400"/>
            <a:chOff x="7881845" y="4031779"/>
            <a:chExt cx="2297800" cy="347400"/>
          </a:xfrm>
        </p:grpSpPr>
        <p:sp>
          <p:nvSpPr>
            <p:cNvPr id="1221" name="Google Shape;1221;p15"/>
            <p:cNvSpPr/>
            <p:nvPr/>
          </p:nvSpPr>
          <p:spPr>
            <a:xfrm flipH="1">
              <a:off x="8184945" y="43110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15"/>
            <p:cNvSpPr/>
            <p:nvPr/>
          </p:nvSpPr>
          <p:spPr>
            <a:xfrm flipH="1">
              <a:off x="7881845" y="403177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BLANK_8">
    <p:spTree>
      <p:nvGrpSpPr>
        <p:cNvPr id="1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4" name="Google Shape;1224;p1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225" name="Google Shape;1225;p1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63" name="Google Shape;1263;p16"/>
          <p:cNvSpPr txBox="1">
            <a:spLocks noGrp="1"/>
          </p:cNvSpPr>
          <p:nvPr>
            <p:ph type="title"/>
          </p:nvPr>
        </p:nvSpPr>
        <p:spPr>
          <a:xfrm>
            <a:off x="713100" y="2310138"/>
            <a:ext cx="7583400" cy="8418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64" name="Google Shape;1264;p16"/>
          <p:cNvSpPr txBox="1">
            <a:spLocks noGrp="1"/>
          </p:cNvSpPr>
          <p:nvPr>
            <p:ph type="subTitle" idx="1"/>
          </p:nvPr>
        </p:nvSpPr>
        <p:spPr>
          <a:xfrm>
            <a:off x="3567000" y="3208800"/>
            <a:ext cx="4729500" cy="73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65" name="Google Shape;1265;p16"/>
          <p:cNvSpPr txBox="1">
            <a:spLocks noGrp="1"/>
          </p:cNvSpPr>
          <p:nvPr>
            <p:ph type="title" idx="2" hasCustomPrompt="1"/>
          </p:nvPr>
        </p:nvSpPr>
        <p:spPr>
          <a:xfrm>
            <a:off x="5961000" y="1332575"/>
            <a:ext cx="2335500" cy="920700"/>
          </a:xfrm>
          <a:prstGeom prst="rect">
            <a:avLst/>
          </a:prstGeom>
          <a:effectLst>
            <a:outerShdw blurRad="57150" algn="bl" rotWithShape="0">
              <a:schemeClr val="accent2"/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0"/>
              <a:buNone/>
              <a:defRPr sz="80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66" name="Google Shape;1266;p16"/>
          <p:cNvSpPr/>
          <p:nvPr/>
        </p:nvSpPr>
        <p:spPr>
          <a:xfrm rot="5400000">
            <a:off x="8206161" y="418730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7" name="Google Shape;1267;p16"/>
          <p:cNvSpPr/>
          <p:nvPr/>
        </p:nvSpPr>
        <p:spPr>
          <a:xfrm rot="-5400000">
            <a:off x="348812" y="41040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8" name="Google Shape;1268;p16"/>
          <p:cNvGrpSpPr/>
          <p:nvPr/>
        </p:nvGrpSpPr>
        <p:grpSpPr>
          <a:xfrm rot="10800000">
            <a:off x="-11" y="931578"/>
            <a:ext cx="883262" cy="242091"/>
            <a:chOff x="2300350" y="2601250"/>
            <a:chExt cx="2275275" cy="623625"/>
          </a:xfrm>
        </p:grpSpPr>
        <p:sp>
          <p:nvSpPr>
            <p:cNvPr id="1269" name="Google Shape;1269;p1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75" name="Google Shape;1275;p16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1276" name="Google Shape;1276;p1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Google Shape;1280;p1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81" name="Google Shape;1281;p16"/>
          <p:cNvGrpSpPr/>
          <p:nvPr/>
        </p:nvGrpSpPr>
        <p:grpSpPr>
          <a:xfrm>
            <a:off x="-1414555" y="3058729"/>
            <a:ext cx="2297800" cy="347400"/>
            <a:chOff x="-1414555" y="3058729"/>
            <a:chExt cx="2297800" cy="347400"/>
          </a:xfrm>
        </p:grpSpPr>
        <p:sp>
          <p:nvSpPr>
            <p:cNvPr id="1282" name="Google Shape;1282;p16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Google Shape;1283;p16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4" name="Google Shape;1284;p16"/>
          <p:cNvSpPr/>
          <p:nvPr/>
        </p:nvSpPr>
        <p:spPr>
          <a:xfrm rot="10800000">
            <a:off x="568018" y="38590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5" name="Google Shape;1285;p16"/>
          <p:cNvGrpSpPr/>
          <p:nvPr/>
        </p:nvGrpSpPr>
        <p:grpSpPr>
          <a:xfrm rot="5400000">
            <a:off x="7927205" y="4153629"/>
            <a:ext cx="1823016" cy="296643"/>
            <a:chOff x="7857346" y="3902355"/>
            <a:chExt cx="1823016" cy="296643"/>
          </a:xfrm>
        </p:grpSpPr>
        <p:sp>
          <p:nvSpPr>
            <p:cNvPr id="1286" name="Google Shape;1286;p16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Google Shape;1291;p16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2" name="Google Shape;1292;p16"/>
          <p:cNvGrpSpPr/>
          <p:nvPr/>
        </p:nvGrpSpPr>
        <p:grpSpPr>
          <a:xfrm>
            <a:off x="2610895" y="-1455296"/>
            <a:ext cx="347400" cy="2297800"/>
            <a:chOff x="2610895" y="-1455296"/>
            <a:chExt cx="347400" cy="2297800"/>
          </a:xfrm>
        </p:grpSpPr>
        <p:sp>
          <p:nvSpPr>
            <p:cNvPr id="1293" name="Google Shape;1293;p16"/>
            <p:cNvSpPr/>
            <p:nvPr/>
          </p:nvSpPr>
          <p:spPr>
            <a:xfrm rot="5400000">
              <a:off x="164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Google Shape;1294;p16"/>
            <p:cNvSpPr/>
            <p:nvPr/>
          </p:nvSpPr>
          <p:spPr>
            <a:xfrm rot="5400000">
              <a:off x="192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5" name="Google Shape;1295;p16"/>
          <p:cNvSpPr/>
          <p:nvPr/>
        </p:nvSpPr>
        <p:spPr>
          <a:xfrm rot="10800000" flipH="1">
            <a:off x="2358070" y="47660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6" name="Google Shape;1296;p1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7" name="Google Shape;1297;p16"/>
          <p:cNvGrpSpPr/>
          <p:nvPr/>
        </p:nvGrpSpPr>
        <p:grpSpPr>
          <a:xfrm>
            <a:off x="5373295" y="-112914"/>
            <a:ext cx="1520982" cy="302065"/>
            <a:chOff x="5642557" y="-150670"/>
            <a:chExt cx="1520982" cy="302065"/>
          </a:xfrm>
        </p:grpSpPr>
        <p:sp>
          <p:nvSpPr>
            <p:cNvPr id="1298" name="Google Shape;1298;p1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Google Shape;1300;p1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Google Shape;1301;p1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Google Shape;1302;p1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BLANK_9">
    <p:spTree>
      <p:nvGrpSpPr>
        <p:cNvPr id="1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4" name="Google Shape;1304;p1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05" name="Google Shape;1305;p1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Google Shape;1306;p1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Google Shape;1307;p1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Google Shape;1308;p1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Google Shape;1309;p1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Google Shape;1310;p1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Google Shape;1311;p1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Google Shape;1312;p1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Google Shape;1313;p1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Google Shape;1314;p1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Google Shape;1315;p1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Google Shape;1316;p1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Google Shape;1317;p1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Google Shape;1318;p1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Google Shape;1319;p1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Google Shape;1320;p1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Google Shape;1321;p1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Google Shape;1322;p1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Google Shape;1323;p1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Google Shape;1324;p1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Google Shape;1325;p1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Google Shape;1326;p1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Google Shape;1327;p1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Google Shape;1328;p1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Google Shape;1329;p1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Google Shape;1330;p1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Google Shape;1331;p1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Google Shape;1332;p1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Google Shape;1333;p1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Google Shape;1334;p1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Google Shape;1335;p1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Google Shape;1336;p1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Google Shape;1337;p1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Google Shape;1338;p1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Google Shape;1339;p1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Google Shape;1340;p1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Google Shape;1341;p1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Google Shape;1342;p1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43" name="Google Shape;1343;p17"/>
          <p:cNvSpPr txBox="1">
            <a:spLocks noGrp="1"/>
          </p:cNvSpPr>
          <p:nvPr>
            <p:ph type="title"/>
          </p:nvPr>
        </p:nvSpPr>
        <p:spPr>
          <a:xfrm>
            <a:off x="713100" y="1088819"/>
            <a:ext cx="4401600" cy="1198800"/>
          </a:xfrm>
          <a:prstGeom prst="rect">
            <a:avLst/>
          </a:prstGeom>
          <a:effectLst>
            <a:outerShdw blurRad="157163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44" name="Google Shape;1344;p17"/>
          <p:cNvSpPr txBox="1">
            <a:spLocks noGrp="1"/>
          </p:cNvSpPr>
          <p:nvPr>
            <p:ph type="subTitle" idx="1"/>
          </p:nvPr>
        </p:nvSpPr>
        <p:spPr>
          <a:xfrm>
            <a:off x="713100" y="2357881"/>
            <a:ext cx="4401600" cy="169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345" name="Google Shape;1345;p17"/>
          <p:cNvGrpSpPr/>
          <p:nvPr/>
        </p:nvGrpSpPr>
        <p:grpSpPr>
          <a:xfrm>
            <a:off x="8137507" y="-109362"/>
            <a:ext cx="586800" cy="1284435"/>
            <a:chOff x="8137507" y="-109362"/>
            <a:chExt cx="586800" cy="1284435"/>
          </a:xfrm>
        </p:grpSpPr>
        <p:sp>
          <p:nvSpPr>
            <p:cNvPr id="1346" name="Google Shape;1346;p17"/>
            <p:cNvSpPr/>
            <p:nvPr/>
          </p:nvSpPr>
          <p:spPr>
            <a:xfrm>
              <a:off x="8137507" y="-109352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47" name="Google Shape;1347;p17"/>
            <p:cNvGrpSpPr/>
            <p:nvPr/>
          </p:nvGrpSpPr>
          <p:grpSpPr>
            <a:xfrm rot="-5400000">
              <a:off x="7989266" y="211224"/>
              <a:ext cx="883262" cy="242091"/>
              <a:chOff x="2300350" y="2601250"/>
              <a:chExt cx="2275275" cy="623625"/>
            </a:xfrm>
          </p:grpSpPr>
          <p:sp>
            <p:nvSpPr>
              <p:cNvPr id="1348" name="Google Shape;1348;p1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1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1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1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1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1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54" name="Google Shape;1354;p17"/>
          <p:cNvGrpSpPr/>
          <p:nvPr/>
        </p:nvGrpSpPr>
        <p:grpSpPr>
          <a:xfrm>
            <a:off x="2517607" y="-116370"/>
            <a:ext cx="1520982" cy="302065"/>
            <a:chOff x="5642557" y="-150670"/>
            <a:chExt cx="1520982" cy="302065"/>
          </a:xfrm>
        </p:grpSpPr>
        <p:sp>
          <p:nvSpPr>
            <p:cNvPr id="1355" name="Google Shape;1355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Google Shape;1356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Google Shape;1357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Google Shape;1358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Google Shape;1359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0" name="Google Shape;1360;p17"/>
          <p:cNvSpPr/>
          <p:nvPr/>
        </p:nvSpPr>
        <p:spPr>
          <a:xfrm rot="-5400000">
            <a:off x="341629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61" name="Google Shape;1361;p17"/>
          <p:cNvGrpSpPr/>
          <p:nvPr/>
        </p:nvGrpSpPr>
        <p:grpSpPr>
          <a:xfrm>
            <a:off x="4913901" y="675155"/>
            <a:ext cx="1252897" cy="51000"/>
            <a:chOff x="2915381" y="4104819"/>
            <a:chExt cx="1252897" cy="51000"/>
          </a:xfrm>
        </p:grpSpPr>
        <p:sp>
          <p:nvSpPr>
            <p:cNvPr id="1362" name="Google Shape;1362;p1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Google Shape;1363;p1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Google Shape;1364;p1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Google Shape;1365;p1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Google Shape;1366;p1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Google Shape;1367;p1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Google Shape;1368;p1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Google Shape;1369;p1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Google Shape;1370;p1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Google Shape;1371;p1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Google Shape;1372;p1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Google Shape;1373;p1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Google Shape;1374;p1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Google Shape;1375;p1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6" name="Google Shape;1376;p17"/>
          <p:cNvSpPr/>
          <p:nvPr/>
        </p:nvSpPr>
        <p:spPr>
          <a:xfrm rot="5400000">
            <a:off x="8208387" y="42041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7" name="Google Shape;1377;p17"/>
          <p:cNvSpPr/>
          <p:nvPr/>
        </p:nvSpPr>
        <p:spPr>
          <a:xfrm rot="10800000">
            <a:off x="1362311" y="4240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8" name="Google Shape;1378;p17"/>
          <p:cNvGrpSpPr/>
          <p:nvPr/>
        </p:nvGrpSpPr>
        <p:grpSpPr>
          <a:xfrm>
            <a:off x="5600407" y="4993736"/>
            <a:ext cx="1520982" cy="302065"/>
            <a:chOff x="5642557" y="-150670"/>
            <a:chExt cx="1520982" cy="302065"/>
          </a:xfrm>
        </p:grpSpPr>
        <p:sp>
          <p:nvSpPr>
            <p:cNvPr id="1379" name="Google Shape;1379;p1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Google Shape;1380;p1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Google Shape;1381;p1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Google Shape;1382;p1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Google Shape;1383;p1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84" name="Google Shape;1384;p17"/>
          <p:cNvGrpSpPr/>
          <p:nvPr/>
        </p:nvGrpSpPr>
        <p:grpSpPr>
          <a:xfrm rot="5400000">
            <a:off x="8900" y="1773425"/>
            <a:ext cx="98902" cy="553090"/>
            <a:chOff x="4898850" y="4820550"/>
            <a:chExt cx="98902" cy="553090"/>
          </a:xfrm>
        </p:grpSpPr>
        <p:sp>
          <p:nvSpPr>
            <p:cNvPr id="1385" name="Google Shape;1385;p1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Google Shape;1386;p1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Google Shape;1387;p1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Google Shape;1388;p1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Google Shape;1389;p1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BLANK_16">
    <p:spTree>
      <p:nvGrpSpPr>
        <p:cNvPr id="1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1" name="Google Shape;1391;p1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392" name="Google Shape;1392;p1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Google Shape;1393;p1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Google Shape;1394;p1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Google Shape;1395;p1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Google Shape;1396;p1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Google Shape;1397;p1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Google Shape;1398;p1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Google Shape;1399;p1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Google Shape;1400;p1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Google Shape;1401;p1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Google Shape;1402;p1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Google Shape;1403;p1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Google Shape;1404;p1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Google Shape;1405;p1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Google Shape;1406;p1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Google Shape;1407;p1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Google Shape;1408;p1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Google Shape;1409;p1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Google Shape;1410;p1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Google Shape;1411;p1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Google Shape;1412;p1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Google Shape;1413;p1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Google Shape;1414;p1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Google Shape;1415;p1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Google Shape;1416;p1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Google Shape;1417;p1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Google Shape;1418;p1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Google Shape;1419;p1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Google Shape;1420;p1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Google Shape;1421;p1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Google Shape;1422;p1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Google Shape;1423;p1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Google Shape;1424;p1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Google Shape;1425;p1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Google Shape;1426;p1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Google Shape;1427;p1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Google Shape;1428;p1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Google Shape;1429;p1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0" name="Google Shape;1430;p18"/>
          <p:cNvSpPr txBox="1">
            <a:spLocks noGrp="1"/>
          </p:cNvSpPr>
          <p:nvPr>
            <p:ph type="title"/>
          </p:nvPr>
        </p:nvSpPr>
        <p:spPr>
          <a:xfrm>
            <a:off x="865500" y="753525"/>
            <a:ext cx="4466700" cy="11415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431" name="Google Shape;1431;p18"/>
          <p:cNvSpPr txBox="1">
            <a:spLocks noGrp="1"/>
          </p:cNvSpPr>
          <p:nvPr>
            <p:ph type="subTitle" idx="1"/>
          </p:nvPr>
        </p:nvSpPr>
        <p:spPr>
          <a:xfrm>
            <a:off x="865500" y="1964775"/>
            <a:ext cx="4466700" cy="24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432" name="Google Shape;1432;p18"/>
          <p:cNvGrpSpPr/>
          <p:nvPr/>
        </p:nvGrpSpPr>
        <p:grpSpPr>
          <a:xfrm rot="5400000">
            <a:off x="-74785" y="2017490"/>
            <a:ext cx="883262" cy="242091"/>
            <a:chOff x="2300350" y="2601250"/>
            <a:chExt cx="2275275" cy="623625"/>
          </a:xfrm>
        </p:grpSpPr>
        <p:sp>
          <p:nvSpPr>
            <p:cNvPr id="1433" name="Google Shape;1433;p1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Google Shape;1434;p1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Google Shape;1435;p1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Google Shape;1436;p1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Google Shape;1437;p1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Google Shape;1438;p1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39" name="Google Shape;1439;p18"/>
          <p:cNvGrpSpPr/>
          <p:nvPr/>
        </p:nvGrpSpPr>
        <p:grpSpPr>
          <a:xfrm>
            <a:off x="2272907" y="-131145"/>
            <a:ext cx="1520982" cy="302065"/>
            <a:chOff x="5642557" y="-150670"/>
            <a:chExt cx="1520982" cy="302065"/>
          </a:xfrm>
        </p:grpSpPr>
        <p:sp>
          <p:nvSpPr>
            <p:cNvPr id="1440" name="Google Shape;1440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Google Shape;1441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Google Shape;1442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Google Shape;1443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Google Shape;1444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45" name="Google Shape;1445;p18"/>
          <p:cNvGrpSpPr/>
          <p:nvPr/>
        </p:nvGrpSpPr>
        <p:grpSpPr>
          <a:xfrm rot="5400000">
            <a:off x="85100" y="3794850"/>
            <a:ext cx="98902" cy="553090"/>
            <a:chOff x="4898850" y="4820550"/>
            <a:chExt cx="98902" cy="553090"/>
          </a:xfrm>
        </p:grpSpPr>
        <p:sp>
          <p:nvSpPr>
            <p:cNvPr id="1446" name="Google Shape;1446;p1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Google Shape;1447;p1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Google Shape;1448;p1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Google Shape;1449;p1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Google Shape;1450;p1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51" name="Google Shape;1451;p18"/>
          <p:cNvSpPr/>
          <p:nvPr/>
        </p:nvSpPr>
        <p:spPr>
          <a:xfrm>
            <a:off x="538387" y="-26918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2" name="Google Shape;1452;p18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3" name="Google Shape;1453;p18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54" name="Google Shape;1454;p18"/>
          <p:cNvGrpSpPr/>
          <p:nvPr/>
        </p:nvGrpSpPr>
        <p:grpSpPr>
          <a:xfrm rot="5400000">
            <a:off x="8083957" y="246162"/>
            <a:ext cx="1520982" cy="302065"/>
            <a:chOff x="5642557" y="-150670"/>
            <a:chExt cx="1520982" cy="302065"/>
          </a:xfrm>
        </p:grpSpPr>
        <p:sp>
          <p:nvSpPr>
            <p:cNvPr id="1455" name="Google Shape;1455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Google Shape;1456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Google Shape;1457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Google Shape;1458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Google Shape;1459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60" name="Google Shape;1460;p18"/>
          <p:cNvGrpSpPr/>
          <p:nvPr/>
        </p:nvGrpSpPr>
        <p:grpSpPr>
          <a:xfrm>
            <a:off x="-240856" y="4335989"/>
            <a:ext cx="1525280" cy="586800"/>
            <a:chOff x="-240856" y="4335989"/>
            <a:chExt cx="1525280" cy="586800"/>
          </a:xfrm>
        </p:grpSpPr>
        <p:sp>
          <p:nvSpPr>
            <p:cNvPr id="1461" name="Google Shape;1461;p18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2" name="Google Shape;1462;p18"/>
            <p:cNvGrpSpPr/>
            <p:nvPr/>
          </p:nvGrpSpPr>
          <p:grpSpPr>
            <a:xfrm>
              <a:off x="-240856" y="4562421"/>
              <a:ext cx="1105976" cy="133969"/>
              <a:chOff x="8183182" y="663852"/>
              <a:chExt cx="1475028" cy="178673"/>
            </a:xfrm>
          </p:grpSpPr>
          <p:grpSp>
            <p:nvGrpSpPr>
              <p:cNvPr id="1463" name="Google Shape;1463;p18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464" name="Google Shape;1464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5" name="Google Shape;1465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6" name="Google Shape;1466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7" name="Google Shape;1467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8" name="Google Shape;1468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69" name="Google Shape;1469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0" name="Google Shape;1470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1" name="Google Shape;1471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2" name="Google Shape;1472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3" name="Google Shape;1473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474" name="Google Shape;1474;p18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475" name="Google Shape;1475;p18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6" name="Google Shape;1476;p18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7" name="Google Shape;1477;p18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8" name="Google Shape;1478;p18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79" name="Google Shape;1479;p18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0" name="Google Shape;1480;p18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1" name="Google Shape;1481;p18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2" name="Google Shape;1482;p18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3" name="Google Shape;1483;p18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84" name="Google Shape;1484;p18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485" name="Google Shape;1485;p18"/>
          <p:cNvGrpSpPr/>
          <p:nvPr/>
        </p:nvGrpSpPr>
        <p:grpSpPr>
          <a:xfrm>
            <a:off x="5717407" y="4966605"/>
            <a:ext cx="1520982" cy="302065"/>
            <a:chOff x="5642557" y="-150670"/>
            <a:chExt cx="1520982" cy="302065"/>
          </a:xfrm>
        </p:grpSpPr>
        <p:sp>
          <p:nvSpPr>
            <p:cNvPr id="1486" name="Google Shape;1486;p1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Google Shape;1487;p1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Google Shape;1488;p1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Google Shape;1489;p1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Google Shape;1490;p1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BLANK_10">
    <p:spTree>
      <p:nvGrpSpPr>
        <p:cNvPr id="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2" name="Google Shape;1492;p1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493" name="Google Shape;1493;p1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Google Shape;1494;p1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Google Shape;1495;p1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Google Shape;1496;p1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Google Shape;1497;p1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Google Shape;1498;p1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Google Shape;1499;p1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31" name="Google Shape;1531;p19"/>
          <p:cNvSpPr txBox="1">
            <a:spLocks noGrp="1"/>
          </p:cNvSpPr>
          <p:nvPr>
            <p:ph type="title"/>
          </p:nvPr>
        </p:nvSpPr>
        <p:spPr>
          <a:xfrm>
            <a:off x="1773100" y="2597100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2" name="Google Shape;1532;p19"/>
          <p:cNvSpPr txBox="1">
            <a:spLocks noGrp="1"/>
          </p:cNvSpPr>
          <p:nvPr>
            <p:ph type="subTitle" idx="1"/>
          </p:nvPr>
        </p:nvSpPr>
        <p:spPr>
          <a:xfrm>
            <a:off x="1173396" y="1500310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3" name="Google Shape;1533;p19"/>
          <p:cNvSpPr txBox="1">
            <a:spLocks noGrp="1"/>
          </p:cNvSpPr>
          <p:nvPr>
            <p:ph type="title" idx="2"/>
          </p:nvPr>
        </p:nvSpPr>
        <p:spPr>
          <a:xfrm>
            <a:off x="5491225" y="3013625"/>
            <a:ext cx="18858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534" name="Google Shape;1534;p19"/>
          <p:cNvSpPr txBox="1">
            <a:spLocks noGrp="1"/>
          </p:cNvSpPr>
          <p:nvPr>
            <p:ph type="subTitle" idx="3"/>
          </p:nvPr>
        </p:nvSpPr>
        <p:spPr>
          <a:xfrm>
            <a:off x="4891521" y="3409635"/>
            <a:ext cx="3085200" cy="97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35" name="Google Shape;1535;p19"/>
          <p:cNvGrpSpPr/>
          <p:nvPr/>
        </p:nvGrpSpPr>
        <p:grpSpPr>
          <a:xfrm>
            <a:off x="-11" y="4386462"/>
            <a:ext cx="1284435" cy="586800"/>
            <a:chOff x="-11" y="4386462"/>
            <a:chExt cx="1284435" cy="586800"/>
          </a:xfrm>
        </p:grpSpPr>
        <p:sp>
          <p:nvSpPr>
            <p:cNvPr id="1536" name="Google Shape;1536;p19"/>
            <p:cNvSpPr/>
            <p:nvPr/>
          </p:nvSpPr>
          <p:spPr>
            <a:xfrm rot="-5400000">
              <a:off x="348812" y="403764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37" name="Google Shape;1537;p19"/>
            <p:cNvGrpSpPr/>
            <p:nvPr/>
          </p:nvGrpSpPr>
          <p:grpSpPr>
            <a:xfrm rot="10800000">
              <a:off x="-11" y="4558826"/>
              <a:ext cx="883262" cy="242091"/>
              <a:chOff x="2300350" y="2601250"/>
              <a:chExt cx="2275275" cy="623625"/>
            </a:xfrm>
          </p:grpSpPr>
          <p:sp>
            <p:nvSpPr>
              <p:cNvPr id="1538" name="Google Shape;1538;p19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Google Shape;1539;p19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Google Shape;1540;p19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Google Shape;1541;p19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Google Shape;1542;p19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Google Shape;1543;p19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544" name="Google Shape;1544;p19"/>
          <p:cNvGrpSpPr/>
          <p:nvPr/>
        </p:nvGrpSpPr>
        <p:grpSpPr>
          <a:xfrm>
            <a:off x="1852307" y="-114308"/>
            <a:ext cx="1520982" cy="302065"/>
            <a:chOff x="5642557" y="-150670"/>
            <a:chExt cx="1520982" cy="302065"/>
          </a:xfrm>
        </p:grpSpPr>
        <p:sp>
          <p:nvSpPr>
            <p:cNvPr id="1545" name="Google Shape;1545;p1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50" name="Google Shape;1550;p19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1551" name="Google Shape;1551;p1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6" name="Google Shape;1556;p19"/>
          <p:cNvSpPr/>
          <p:nvPr/>
        </p:nvSpPr>
        <p:spPr>
          <a:xfrm>
            <a:off x="471087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19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19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19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60" name="Google Shape;1560;p19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1561" name="Google Shape;1561;p1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Google Shape;1562;p1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Google Shape;1563;p1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Google Shape;1564;p1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Google Shape;1565;p1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66" name="Google Shape;1566;p19"/>
          <p:cNvSpPr txBox="1">
            <a:spLocks noGrp="1"/>
          </p:cNvSpPr>
          <p:nvPr>
            <p:ph type="title" idx="4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BLANK_17"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8" name="Google Shape;1568;p2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569" name="Google Shape;1569;p2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Google Shape;1570;p2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Google Shape;1571;p2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Google Shape;1572;p2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Google Shape;1573;p2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Google Shape;1574;p2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Google Shape;1575;p2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Google Shape;1576;p2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Google Shape;1577;p2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Google Shape;1578;p2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Google Shape;1579;p2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Google Shape;1580;p2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Google Shape;1581;p2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Google Shape;1582;p2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Google Shape;1583;p2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Google Shape;1584;p2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5" name="Google Shape;1585;p2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6" name="Google Shape;1586;p2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7" name="Google Shape;1587;p2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8" name="Google Shape;1588;p2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9" name="Google Shape;1589;p2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0" name="Google Shape;1590;p2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1" name="Google Shape;1591;p2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2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3" name="Google Shape;1593;p2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4" name="Google Shape;1594;p2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5" name="Google Shape;1595;p2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6" name="Google Shape;1596;p2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7" name="Google Shape;1597;p2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8" name="Google Shape;1598;p2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9" name="Google Shape;1599;p2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600;p2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601;p2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602;p2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603;p2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4" name="Google Shape;1604;p2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5" name="Google Shape;1605;p2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606;p2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07" name="Google Shape;1607;p20"/>
          <p:cNvSpPr txBox="1">
            <a:spLocks noGrp="1"/>
          </p:cNvSpPr>
          <p:nvPr>
            <p:ph type="subTitle" idx="1"/>
          </p:nvPr>
        </p:nvSpPr>
        <p:spPr>
          <a:xfrm>
            <a:off x="713100" y="1461275"/>
            <a:ext cx="3746700" cy="27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08" name="Google Shape;1608;p20"/>
          <p:cNvSpPr txBox="1">
            <a:spLocks noGrp="1"/>
          </p:cNvSpPr>
          <p:nvPr>
            <p:ph type="subTitle" idx="2"/>
          </p:nvPr>
        </p:nvSpPr>
        <p:spPr>
          <a:xfrm>
            <a:off x="4684200" y="1461275"/>
            <a:ext cx="3746700" cy="170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1609" name="Google Shape;1609;p20"/>
          <p:cNvGrpSpPr/>
          <p:nvPr/>
        </p:nvGrpSpPr>
        <p:grpSpPr>
          <a:xfrm>
            <a:off x="1455" y="-88864"/>
            <a:ext cx="586800" cy="1284435"/>
            <a:chOff x="1455" y="-88864"/>
            <a:chExt cx="586800" cy="1284435"/>
          </a:xfrm>
        </p:grpSpPr>
        <p:sp>
          <p:nvSpPr>
            <p:cNvPr id="1610" name="Google Shape;1610;p20"/>
            <p:cNvSpPr/>
            <p:nvPr/>
          </p:nvSpPr>
          <p:spPr>
            <a:xfrm>
              <a:off x="1455" y="-8885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20"/>
            <p:cNvGrpSpPr/>
            <p:nvPr/>
          </p:nvGrpSpPr>
          <p:grpSpPr>
            <a:xfrm rot="-5400000">
              <a:off x="-146785" y="231721"/>
              <a:ext cx="883262" cy="242091"/>
              <a:chOff x="2300350" y="2601250"/>
              <a:chExt cx="2275275" cy="623625"/>
            </a:xfrm>
          </p:grpSpPr>
          <p:sp>
            <p:nvSpPr>
              <p:cNvPr id="1612" name="Google Shape;1612;p20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20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20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20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20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20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18" name="Google Shape;1618;p20"/>
          <p:cNvGrpSpPr/>
          <p:nvPr/>
        </p:nvGrpSpPr>
        <p:grpSpPr>
          <a:xfrm rot="5400000">
            <a:off x="6254700" y="-51175"/>
            <a:ext cx="98902" cy="553090"/>
            <a:chOff x="4898850" y="4820550"/>
            <a:chExt cx="98902" cy="553090"/>
          </a:xfrm>
        </p:grpSpPr>
        <p:sp>
          <p:nvSpPr>
            <p:cNvPr id="1619" name="Google Shape;1619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620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621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622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623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24" name="Google Shape;1624;p20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625" name="Google Shape;1625;p20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6" name="Google Shape;1626;p20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7" name="Google Shape;1627;p20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8" name="Google Shape;1628;p20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9" name="Google Shape;1629;p20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30" name="Google Shape;1630;p20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631" name="Google Shape;1631;p20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2" name="Google Shape;1632;p20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3" name="Google Shape;1633;p20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4" name="Google Shape;1634;p20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35" name="Google Shape;1635;p20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636" name="Google Shape;1636;p20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7" name="Google Shape;1637;p20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20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9" name="Google Shape;1639;p20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0" name="Google Shape;1640;p20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41" name="Google Shape;1641;p20"/>
          <p:cNvGrpSpPr/>
          <p:nvPr/>
        </p:nvGrpSpPr>
        <p:grpSpPr>
          <a:xfrm>
            <a:off x="1434676" y="384506"/>
            <a:ext cx="1252897" cy="51000"/>
            <a:chOff x="2915381" y="4104819"/>
            <a:chExt cx="1252897" cy="51000"/>
          </a:xfrm>
        </p:grpSpPr>
        <p:sp>
          <p:nvSpPr>
            <p:cNvPr id="1642" name="Google Shape;1642;p20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3" name="Google Shape;1643;p20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4" name="Google Shape;1644;p20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5" name="Google Shape;1645;p20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6" name="Google Shape;1646;p20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7" name="Google Shape;1647;p20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8" name="Google Shape;1648;p20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9" name="Google Shape;1649;p20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0" name="Google Shape;1650;p20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1" name="Google Shape;1651;p20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2" name="Google Shape;1652;p20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3" name="Google Shape;1653;p20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4" name="Google Shape;1654;p20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5" name="Google Shape;1655;p20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56" name="Google Shape;1656;p20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142875" algn="bl" rotWithShape="0">
              <a:schemeClr val="accent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5">
    <p:spTree>
      <p:nvGrpSpPr>
        <p:cNvPr id="1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8" name="Google Shape;1658;p21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659" name="Google Shape;1659;p21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0" name="Google Shape;1660;p21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1" name="Google Shape;1661;p21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2" name="Google Shape;1662;p21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3" name="Google Shape;1663;p21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4" name="Google Shape;1664;p21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5" name="Google Shape;1665;p21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6" name="Google Shape;1666;p21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7" name="Google Shape;1667;p21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8" name="Google Shape;1668;p21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9" name="Google Shape;1669;p21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0" name="Google Shape;1670;p21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1" name="Google Shape;1671;p21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2" name="Google Shape;1672;p21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3" name="Google Shape;1673;p21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4" name="Google Shape;1674;p21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5" name="Google Shape;1675;p21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6" name="Google Shape;1676;p21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7" name="Google Shape;1677;p21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8" name="Google Shape;1678;p21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9" name="Google Shape;1679;p21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0" name="Google Shape;1680;p21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1" name="Google Shape;1681;p21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2" name="Google Shape;1682;p21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3" name="Google Shape;1683;p21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4" name="Google Shape;1684;p21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5" name="Google Shape;1685;p21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6" name="Google Shape;1686;p21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7" name="Google Shape;1687;p21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8" name="Google Shape;1688;p21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9" name="Google Shape;1689;p21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0" name="Google Shape;1690;p21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1" name="Google Shape;1691;p21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2" name="Google Shape;1692;p21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3" name="Google Shape;1693;p21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4" name="Google Shape;1694;p21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5" name="Google Shape;1695;p21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6" name="Google Shape;1696;p21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7" name="Google Shape;1697;p2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698" name="Google Shape;1698;p21"/>
          <p:cNvSpPr txBox="1">
            <a:spLocks noGrp="1"/>
          </p:cNvSpPr>
          <p:nvPr>
            <p:ph type="title" idx="2"/>
          </p:nvPr>
        </p:nvSpPr>
        <p:spPr>
          <a:xfrm>
            <a:off x="755600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699" name="Google Shape;1699;p21"/>
          <p:cNvSpPr txBox="1">
            <a:spLocks noGrp="1"/>
          </p:cNvSpPr>
          <p:nvPr>
            <p:ph type="subTitle" idx="1"/>
          </p:nvPr>
        </p:nvSpPr>
        <p:spPr>
          <a:xfrm>
            <a:off x="755600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0" name="Google Shape;1700;p21"/>
          <p:cNvSpPr txBox="1">
            <a:spLocks noGrp="1"/>
          </p:cNvSpPr>
          <p:nvPr>
            <p:ph type="title" idx="3"/>
          </p:nvPr>
        </p:nvSpPr>
        <p:spPr>
          <a:xfrm>
            <a:off x="344360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1" name="Google Shape;1701;p21"/>
          <p:cNvSpPr txBox="1">
            <a:spLocks noGrp="1"/>
          </p:cNvSpPr>
          <p:nvPr>
            <p:ph type="subTitle" idx="4"/>
          </p:nvPr>
        </p:nvSpPr>
        <p:spPr>
          <a:xfrm>
            <a:off x="344360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2" name="Google Shape;1702;p21"/>
          <p:cNvSpPr txBox="1">
            <a:spLocks noGrp="1"/>
          </p:cNvSpPr>
          <p:nvPr>
            <p:ph type="title" idx="5"/>
          </p:nvPr>
        </p:nvSpPr>
        <p:spPr>
          <a:xfrm>
            <a:off x="6132644" y="2900863"/>
            <a:ext cx="22656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03" name="Google Shape;1703;p21"/>
          <p:cNvSpPr txBox="1">
            <a:spLocks noGrp="1"/>
          </p:cNvSpPr>
          <p:nvPr>
            <p:ph type="subTitle" idx="6"/>
          </p:nvPr>
        </p:nvSpPr>
        <p:spPr>
          <a:xfrm>
            <a:off x="6132644" y="3296863"/>
            <a:ext cx="2265600" cy="75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704" name="Google Shape;1704;p21"/>
          <p:cNvGrpSpPr/>
          <p:nvPr/>
        </p:nvGrpSpPr>
        <p:grpSpPr>
          <a:xfrm>
            <a:off x="-7" y="-76201"/>
            <a:ext cx="586800" cy="1284425"/>
            <a:chOff x="-7" y="-76201"/>
            <a:chExt cx="586800" cy="1284425"/>
          </a:xfrm>
        </p:grpSpPr>
        <p:sp>
          <p:nvSpPr>
            <p:cNvPr id="1705" name="Google Shape;1705;p21"/>
            <p:cNvSpPr/>
            <p:nvPr/>
          </p:nvSpPr>
          <p:spPr>
            <a:xfrm flipH="1">
              <a:off x="-7" y="-762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6" name="Google Shape;1706;p21"/>
            <p:cNvGrpSpPr/>
            <p:nvPr/>
          </p:nvGrpSpPr>
          <p:grpSpPr>
            <a:xfrm rot="5400000" flipH="1">
              <a:off x="-148228" y="320574"/>
              <a:ext cx="883262" cy="242091"/>
              <a:chOff x="2300350" y="2601250"/>
              <a:chExt cx="2275275" cy="623625"/>
            </a:xfrm>
          </p:grpSpPr>
          <p:sp>
            <p:nvSpPr>
              <p:cNvPr id="1707" name="Google Shape;1707;p21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Google Shape;1708;p21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Google Shape;1709;p21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Google Shape;1710;p21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Google Shape;1711;p21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Google Shape;1712;p21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13" name="Google Shape;1713;p21"/>
          <p:cNvGrpSpPr/>
          <p:nvPr/>
        </p:nvGrpSpPr>
        <p:grpSpPr>
          <a:xfrm rot="5400000">
            <a:off x="54450" y="1665375"/>
            <a:ext cx="98902" cy="553090"/>
            <a:chOff x="4898850" y="4820550"/>
            <a:chExt cx="98902" cy="553090"/>
          </a:xfrm>
        </p:grpSpPr>
        <p:sp>
          <p:nvSpPr>
            <p:cNvPr id="1714" name="Google Shape;1714;p2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5" name="Google Shape;1715;p2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6" name="Google Shape;1716;p2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717;p2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718;p2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9" name="Google Shape;1719;p21"/>
          <p:cNvSpPr/>
          <p:nvPr/>
        </p:nvSpPr>
        <p:spPr>
          <a:xfrm rot="-5400000">
            <a:off x="348814" y="40186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20" name="Google Shape;1720;p21"/>
          <p:cNvGrpSpPr/>
          <p:nvPr/>
        </p:nvGrpSpPr>
        <p:grpSpPr>
          <a:xfrm rot="-5400000" flipH="1">
            <a:off x="7907216" y="4455774"/>
            <a:ext cx="1823016" cy="296643"/>
            <a:chOff x="7857346" y="3902355"/>
            <a:chExt cx="1823016" cy="296643"/>
          </a:xfrm>
        </p:grpSpPr>
        <p:sp>
          <p:nvSpPr>
            <p:cNvPr id="1721" name="Google Shape;1721;p2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722;p2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3" name="Google Shape;1723;p2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4" name="Google Shape;1724;p2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1725;p2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1726;p2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7" name="Google Shape;1727;p21"/>
          <p:cNvGrpSpPr/>
          <p:nvPr/>
        </p:nvGrpSpPr>
        <p:grpSpPr>
          <a:xfrm flipH="1">
            <a:off x="7120557" y="-107958"/>
            <a:ext cx="1520982" cy="302065"/>
            <a:chOff x="5642557" y="-150670"/>
            <a:chExt cx="1520982" cy="302065"/>
          </a:xfrm>
        </p:grpSpPr>
        <p:sp>
          <p:nvSpPr>
            <p:cNvPr id="1728" name="Google Shape;1728;p21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9" name="Google Shape;1729;p21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0" name="Google Shape;1730;p21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1" name="Google Shape;1731;p21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2" name="Google Shape;1732;p21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33" name="Google Shape;1733;p21"/>
          <p:cNvGrpSpPr/>
          <p:nvPr/>
        </p:nvGrpSpPr>
        <p:grpSpPr>
          <a:xfrm>
            <a:off x="8455187" y="1287478"/>
            <a:ext cx="883262" cy="242091"/>
            <a:chOff x="2300350" y="2601250"/>
            <a:chExt cx="2275275" cy="623625"/>
          </a:xfrm>
        </p:grpSpPr>
        <p:sp>
          <p:nvSpPr>
            <p:cNvPr id="1734" name="Google Shape;1734;p2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1735;p2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6" name="Google Shape;1736;p2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7" name="Google Shape;1737;p2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8" name="Google Shape;1738;p2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9" name="Google Shape;1739;p2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6">
    <p:spTree>
      <p:nvGrpSpPr>
        <p:cNvPr id="1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1" name="Google Shape;1741;p22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742" name="Google Shape;1742;p22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3" name="Google Shape;1743;p22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4" name="Google Shape;1744;p22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5" name="Google Shape;1745;p22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6" name="Google Shape;1746;p22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7" name="Google Shape;1747;p22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8" name="Google Shape;1748;p22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9" name="Google Shape;1749;p22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0" name="Google Shape;1750;p22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1" name="Google Shape;1751;p22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2" name="Google Shape;1752;p22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3" name="Google Shape;1753;p22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4" name="Google Shape;1754;p22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5" name="Google Shape;1755;p22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6" name="Google Shape;1756;p22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7" name="Google Shape;1757;p22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8" name="Google Shape;1758;p22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9" name="Google Shape;1759;p22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0" name="Google Shape;1760;p22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1" name="Google Shape;1761;p22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2" name="Google Shape;1762;p22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3" name="Google Shape;1763;p22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1764;p22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1765;p22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1766;p22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1767;p22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1768;p22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1769;p22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1770;p22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1771;p22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2" name="Google Shape;1772;p22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3" name="Google Shape;1773;p22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80" name="Google Shape;1780;p22"/>
          <p:cNvSpPr txBox="1">
            <a:spLocks noGrp="1"/>
          </p:cNvSpPr>
          <p:nvPr>
            <p:ph type="title"/>
          </p:nvPr>
        </p:nvSpPr>
        <p:spPr>
          <a:xfrm>
            <a:off x="2246574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1" name="Google Shape;1781;p22"/>
          <p:cNvSpPr txBox="1">
            <a:spLocks noGrp="1"/>
          </p:cNvSpPr>
          <p:nvPr>
            <p:ph type="subTitle" idx="1"/>
          </p:nvPr>
        </p:nvSpPr>
        <p:spPr>
          <a:xfrm>
            <a:off x="2123424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2" name="Google Shape;1782;p22"/>
          <p:cNvSpPr txBox="1">
            <a:spLocks noGrp="1"/>
          </p:cNvSpPr>
          <p:nvPr>
            <p:ph type="title" idx="2"/>
          </p:nvPr>
        </p:nvSpPr>
        <p:spPr>
          <a:xfrm>
            <a:off x="6172578" y="1636039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3" name="Google Shape;1783;p22"/>
          <p:cNvSpPr txBox="1">
            <a:spLocks noGrp="1"/>
          </p:cNvSpPr>
          <p:nvPr>
            <p:ph type="subTitle" idx="3"/>
          </p:nvPr>
        </p:nvSpPr>
        <p:spPr>
          <a:xfrm>
            <a:off x="6049428" y="2032039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4" name="Google Shape;1784;p22"/>
          <p:cNvSpPr txBox="1">
            <a:spLocks noGrp="1"/>
          </p:cNvSpPr>
          <p:nvPr>
            <p:ph type="title" idx="4"/>
          </p:nvPr>
        </p:nvSpPr>
        <p:spPr>
          <a:xfrm>
            <a:off x="2204274" y="3315400"/>
            <a:ext cx="2103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5" name="Google Shape;1785;p22"/>
          <p:cNvSpPr txBox="1">
            <a:spLocks noGrp="1"/>
          </p:cNvSpPr>
          <p:nvPr>
            <p:ph type="subTitle" idx="5"/>
          </p:nvPr>
        </p:nvSpPr>
        <p:spPr>
          <a:xfrm>
            <a:off x="2123424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6" name="Google Shape;1786;p22"/>
          <p:cNvSpPr txBox="1">
            <a:spLocks noGrp="1"/>
          </p:cNvSpPr>
          <p:nvPr>
            <p:ph type="title" idx="6"/>
          </p:nvPr>
        </p:nvSpPr>
        <p:spPr>
          <a:xfrm>
            <a:off x="6172578" y="3315400"/>
            <a:ext cx="20193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787" name="Google Shape;1787;p22"/>
          <p:cNvSpPr txBox="1">
            <a:spLocks noGrp="1"/>
          </p:cNvSpPr>
          <p:nvPr>
            <p:ph type="subTitle" idx="7"/>
          </p:nvPr>
        </p:nvSpPr>
        <p:spPr>
          <a:xfrm>
            <a:off x="6049428" y="3711400"/>
            <a:ext cx="2265600" cy="53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8" name="Google Shape;1788;p22"/>
          <p:cNvSpPr/>
          <p:nvPr/>
        </p:nvSpPr>
        <p:spPr>
          <a:xfrm>
            <a:off x="7" y="-9920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89" name="Google Shape;1789;p22"/>
          <p:cNvGrpSpPr/>
          <p:nvPr/>
        </p:nvGrpSpPr>
        <p:grpSpPr>
          <a:xfrm>
            <a:off x="-500742" y="161244"/>
            <a:ext cx="1520982" cy="302065"/>
            <a:chOff x="5642557" y="-150670"/>
            <a:chExt cx="1520982" cy="302065"/>
          </a:xfrm>
        </p:grpSpPr>
        <p:sp>
          <p:nvSpPr>
            <p:cNvPr id="1790" name="Google Shape;1790;p22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95" name="Google Shape;1795;p22"/>
          <p:cNvGrpSpPr/>
          <p:nvPr/>
        </p:nvGrpSpPr>
        <p:grpSpPr>
          <a:xfrm rot="5400000">
            <a:off x="85100" y="2002025"/>
            <a:ext cx="98902" cy="553090"/>
            <a:chOff x="4898850" y="4820550"/>
            <a:chExt cx="98902" cy="553090"/>
          </a:xfrm>
        </p:grpSpPr>
        <p:sp>
          <p:nvSpPr>
            <p:cNvPr id="1796" name="Google Shape;1796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01" name="Google Shape;1801;p22"/>
          <p:cNvGrpSpPr/>
          <p:nvPr/>
        </p:nvGrpSpPr>
        <p:grpSpPr>
          <a:xfrm flipH="1">
            <a:off x="5072421" y="4999731"/>
            <a:ext cx="1823016" cy="196994"/>
            <a:chOff x="7857346" y="4002005"/>
            <a:chExt cx="1823016" cy="196994"/>
          </a:xfrm>
        </p:grpSpPr>
        <p:sp>
          <p:nvSpPr>
            <p:cNvPr id="1802" name="Google Shape;1802;p22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05" name="Google Shape;1805;p22"/>
          <p:cNvSpPr/>
          <p:nvPr/>
        </p:nvSpPr>
        <p:spPr>
          <a:xfrm rot="-5400000">
            <a:off x="348812" y="419572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06" name="Google Shape;1806;p22"/>
          <p:cNvGrpSpPr/>
          <p:nvPr/>
        </p:nvGrpSpPr>
        <p:grpSpPr>
          <a:xfrm rot="5400000">
            <a:off x="9019112" y="1314150"/>
            <a:ext cx="98902" cy="553090"/>
            <a:chOff x="4898850" y="4820550"/>
            <a:chExt cx="98902" cy="553090"/>
          </a:xfrm>
        </p:grpSpPr>
        <p:sp>
          <p:nvSpPr>
            <p:cNvPr id="1807" name="Google Shape;1807;p22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12" name="Google Shape;1812;p22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3" name="Google Shape;1813;p22"/>
          <p:cNvGrpSpPr/>
          <p:nvPr/>
        </p:nvGrpSpPr>
        <p:grpSpPr>
          <a:xfrm>
            <a:off x="5072076" y="284994"/>
            <a:ext cx="1252897" cy="51000"/>
            <a:chOff x="2915381" y="4104819"/>
            <a:chExt cx="1252897" cy="51000"/>
          </a:xfrm>
        </p:grpSpPr>
        <p:sp>
          <p:nvSpPr>
            <p:cNvPr id="1814" name="Google Shape;1814;p22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28" name="Google Shape;1828;p22"/>
          <p:cNvGrpSpPr/>
          <p:nvPr/>
        </p:nvGrpSpPr>
        <p:grpSpPr>
          <a:xfrm>
            <a:off x="8557211" y="3859075"/>
            <a:ext cx="586800" cy="1523237"/>
            <a:chOff x="8557211" y="3859075"/>
            <a:chExt cx="586800" cy="1523237"/>
          </a:xfrm>
        </p:grpSpPr>
        <p:sp>
          <p:nvSpPr>
            <p:cNvPr id="1829" name="Google Shape;1829;p22"/>
            <p:cNvSpPr/>
            <p:nvPr/>
          </p:nvSpPr>
          <p:spPr>
            <a:xfrm rot="10800000">
              <a:off x="8557211" y="3859075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0" name="Google Shape;1830;p22"/>
            <p:cNvGrpSpPr/>
            <p:nvPr/>
          </p:nvGrpSpPr>
          <p:grpSpPr>
            <a:xfrm rot="5400000">
              <a:off x="8297605" y="4762340"/>
              <a:ext cx="1105976" cy="133969"/>
              <a:chOff x="8183182" y="663852"/>
              <a:chExt cx="1475028" cy="178673"/>
            </a:xfrm>
          </p:grpSpPr>
          <p:grpSp>
            <p:nvGrpSpPr>
              <p:cNvPr id="1831" name="Google Shape;1831;p22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1832" name="Google Shape;1832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3" name="Google Shape;1833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4" name="Google Shape;1834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5" name="Google Shape;1835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6" name="Google Shape;1836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7" name="Google Shape;1837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8" name="Google Shape;1838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39" name="Google Shape;1839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0" name="Google Shape;1840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1" name="Google Shape;1841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842" name="Google Shape;1842;p22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1843" name="Google Shape;1843;p22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4" name="Google Shape;1844;p22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5" name="Google Shape;1845;p22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6" name="Google Shape;1846;p22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8" name="Google Shape;1848;p22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9" name="Google Shape;1849;p22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0" name="Google Shape;1850;p22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1" name="Google Shape;1851;p22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52" name="Google Shape;1852;p22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1853" name="Google Shape;1853;p22"/>
          <p:cNvSpPr txBox="1">
            <a:spLocks noGrp="1"/>
          </p:cNvSpPr>
          <p:nvPr>
            <p:ph type="title" idx="8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7">
    <p:spTree>
      <p:nvGrpSpPr>
        <p:cNvPr id="1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5" name="Google Shape;1855;p23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856" name="Google Shape;1856;p23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23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23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23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23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23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23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23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23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23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23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23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23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23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23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23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23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23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23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23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23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23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23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23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23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23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23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23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23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23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23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23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23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23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23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23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23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23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23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895" name="Google Shape;1895;p23"/>
          <p:cNvSpPr txBox="1">
            <a:spLocks noGrp="1"/>
          </p:cNvSpPr>
          <p:nvPr>
            <p:ph type="title" idx="2"/>
          </p:nvPr>
        </p:nvSpPr>
        <p:spPr>
          <a:xfrm>
            <a:off x="2152068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6" name="Google Shape;1896;p23"/>
          <p:cNvSpPr txBox="1">
            <a:spLocks noGrp="1"/>
          </p:cNvSpPr>
          <p:nvPr>
            <p:ph type="subTitle" idx="1"/>
          </p:nvPr>
        </p:nvSpPr>
        <p:spPr>
          <a:xfrm>
            <a:off x="1992918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7" name="Google Shape;1897;p23"/>
          <p:cNvSpPr txBox="1">
            <a:spLocks noGrp="1"/>
          </p:cNvSpPr>
          <p:nvPr>
            <p:ph type="title" idx="3"/>
          </p:nvPr>
        </p:nvSpPr>
        <p:spPr>
          <a:xfrm>
            <a:off x="2152068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898" name="Google Shape;1898;p23"/>
          <p:cNvSpPr txBox="1">
            <a:spLocks noGrp="1"/>
          </p:cNvSpPr>
          <p:nvPr>
            <p:ph type="subTitle" idx="4"/>
          </p:nvPr>
        </p:nvSpPr>
        <p:spPr>
          <a:xfrm>
            <a:off x="1992918" y="301902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9" name="Google Shape;1899;p23"/>
          <p:cNvSpPr txBox="1">
            <a:spLocks noGrp="1"/>
          </p:cNvSpPr>
          <p:nvPr>
            <p:ph type="title" idx="5"/>
          </p:nvPr>
        </p:nvSpPr>
        <p:spPr>
          <a:xfrm>
            <a:off x="6055343" y="2624681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0" name="Google Shape;1900;p23"/>
          <p:cNvSpPr txBox="1">
            <a:spLocks noGrp="1"/>
          </p:cNvSpPr>
          <p:nvPr>
            <p:ph type="subTitle" idx="6"/>
          </p:nvPr>
        </p:nvSpPr>
        <p:spPr>
          <a:xfrm>
            <a:off x="5896193" y="3019032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1" name="Google Shape;1901;p23"/>
          <p:cNvSpPr txBox="1">
            <a:spLocks noGrp="1"/>
          </p:cNvSpPr>
          <p:nvPr>
            <p:ph type="title" idx="7"/>
          </p:nvPr>
        </p:nvSpPr>
        <p:spPr>
          <a:xfrm>
            <a:off x="6055343" y="151281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2" name="Google Shape;1902;p23"/>
          <p:cNvSpPr txBox="1">
            <a:spLocks noGrp="1"/>
          </p:cNvSpPr>
          <p:nvPr>
            <p:ph type="subTitle" idx="8"/>
          </p:nvPr>
        </p:nvSpPr>
        <p:spPr>
          <a:xfrm>
            <a:off x="5896193" y="19113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3" name="Google Shape;1903;p23"/>
          <p:cNvSpPr txBox="1">
            <a:spLocks noGrp="1"/>
          </p:cNvSpPr>
          <p:nvPr>
            <p:ph type="title" idx="9"/>
          </p:nvPr>
        </p:nvSpPr>
        <p:spPr>
          <a:xfrm>
            <a:off x="2152068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4" name="Google Shape;1904;p23"/>
          <p:cNvSpPr txBox="1">
            <a:spLocks noGrp="1"/>
          </p:cNvSpPr>
          <p:nvPr>
            <p:ph type="subTitle" idx="13"/>
          </p:nvPr>
        </p:nvSpPr>
        <p:spPr>
          <a:xfrm>
            <a:off x="1992918" y="4126675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5" name="Google Shape;1905;p23"/>
          <p:cNvSpPr txBox="1">
            <a:spLocks noGrp="1"/>
          </p:cNvSpPr>
          <p:nvPr>
            <p:ph type="title" idx="14"/>
          </p:nvPr>
        </p:nvSpPr>
        <p:spPr>
          <a:xfrm>
            <a:off x="6055343" y="3733187"/>
            <a:ext cx="1827900" cy="27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06" name="Google Shape;1906;p23"/>
          <p:cNvSpPr txBox="1">
            <a:spLocks noGrp="1"/>
          </p:cNvSpPr>
          <p:nvPr>
            <p:ph type="subTitle" idx="15"/>
          </p:nvPr>
        </p:nvSpPr>
        <p:spPr>
          <a:xfrm>
            <a:off x="5896193" y="4126677"/>
            <a:ext cx="2146200" cy="46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7" name="Google Shape;1907;p23"/>
          <p:cNvSpPr/>
          <p:nvPr/>
        </p:nvSpPr>
        <p:spPr>
          <a:xfrm>
            <a:off x="1455" y="-8885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8" name="Google Shape;1908;p23"/>
          <p:cNvGrpSpPr/>
          <p:nvPr/>
        </p:nvGrpSpPr>
        <p:grpSpPr>
          <a:xfrm rot="-5400000">
            <a:off x="-146785" y="231721"/>
            <a:ext cx="883262" cy="242091"/>
            <a:chOff x="2300350" y="2601250"/>
            <a:chExt cx="2275275" cy="623625"/>
          </a:xfrm>
        </p:grpSpPr>
        <p:sp>
          <p:nvSpPr>
            <p:cNvPr id="1909" name="Google Shape;1909;p2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0" name="Google Shape;1910;p2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1" name="Google Shape;1911;p2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2" name="Google Shape;1912;p2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3" name="Google Shape;1913;p2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4" name="Google Shape;1914;p2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15" name="Google Shape;1915;p23"/>
          <p:cNvGrpSpPr/>
          <p:nvPr/>
        </p:nvGrpSpPr>
        <p:grpSpPr>
          <a:xfrm>
            <a:off x="1685767" y="463191"/>
            <a:ext cx="1105976" cy="133969"/>
            <a:chOff x="8183182" y="663852"/>
            <a:chExt cx="1475028" cy="178673"/>
          </a:xfrm>
        </p:grpSpPr>
        <p:grpSp>
          <p:nvGrpSpPr>
            <p:cNvPr id="1916" name="Google Shape;1916;p23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1917" name="Google Shape;1917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Google Shape;1918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Google Shape;1919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Google Shape;1920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Google Shape;1921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Google Shape;1922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Google Shape;1923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Google Shape;1924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Google Shape;1925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Google Shape;1926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27" name="Google Shape;1927;p23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1928" name="Google Shape;1928;p23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Google Shape;1929;p23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Google Shape;1930;p23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Google Shape;1931;p23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Google Shape;1932;p23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Google Shape;1933;p23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Google Shape;1934;p23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Google Shape;1935;p23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Google Shape;1936;p23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Google Shape;1937;p23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938" name="Google Shape;1938;p23"/>
          <p:cNvSpPr/>
          <p:nvPr/>
        </p:nvSpPr>
        <p:spPr>
          <a:xfrm flipH="1">
            <a:off x="8167370" y="7562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9" name="Google Shape;1939;p23"/>
          <p:cNvSpPr/>
          <p:nvPr/>
        </p:nvSpPr>
        <p:spPr>
          <a:xfrm flipH="1">
            <a:off x="7864270" y="47692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40" name="Google Shape;1940;p23"/>
          <p:cNvGrpSpPr/>
          <p:nvPr/>
        </p:nvGrpSpPr>
        <p:grpSpPr>
          <a:xfrm rot="5400000">
            <a:off x="6864300" y="-51175"/>
            <a:ext cx="98902" cy="553090"/>
            <a:chOff x="4898850" y="4820550"/>
            <a:chExt cx="98902" cy="553090"/>
          </a:xfrm>
        </p:grpSpPr>
        <p:sp>
          <p:nvSpPr>
            <p:cNvPr id="1941" name="Google Shape;1941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2" name="Google Shape;1942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3" name="Google Shape;1943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4" name="Google Shape;1944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5" name="Google Shape;1945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46" name="Google Shape;1946;p23"/>
          <p:cNvGrpSpPr/>
          <p:nvPr/>
        </p:nvGrpSpPr>
        <p:grpSpPr>
          <a:xfrm rot="5400000">
            <a:off x="975" y="4180500"/>
            <a:ext cx="98902" cy="553090"/>
            <a:chOff x="4898850" y="4820550"/>
            <a:chExt cx="98902" cy="553090"/>
          </a:xfrm>
        </p:grpSpPr>
        <p:sp>
          <p:nvSpPr>
            <p:cNvPr id="1947" name="Google Shape;1947;p23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8" name="Google Shape;1948;p23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9" name="Google Shape;1949;p23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0" name="Google Shape;1950;p23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1" name="Google Shape;1951;p23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52" name="Google Shape;1952;p23"/>
          <p:cNvGrpSpPr/>
          <p:nvPr/>
        </p:nvGrpSpPr>
        <p:grpSpPr>
          <a:xfrm flipH="1">
            <a:off x="-799254" y="4748605"/>
            <a:ext cx="1823016" cy="196994"/>
            <a:chOff x="7857346" y="4002005"/>
            <a:chExt cx="1823016" cy="196994"/>
          </a:xfrm>
        </p:grpSpPr>
        <p:sp>
          <p:nvSpPr>
            <p:cNvPr id="1953" name="Google Shape;1953;p23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4" name="Google Shape;1954;p23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5" name="Google Shape;1955;p23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56" name="Google Shape;1956;p23"/>
          <p:cNvSpPr/>
          <p:nvPr/>
        </p:nvSpPr>
        <p:spPr>
          <a:xfrm rot="10800000">
            <a:off x="8557211" y="40114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57" name="Google Shape;1957;p23"/>
          <p:cNvGrpSpPr/>
          <p:nvPr/>
        </p:nvGrpSpPr>
        <p:grpSpPr>
          <a:xfrm rot="5400000">
            <a:off x="8520259" y="4079074"/>
            <a:ext cx="302065" cy="1520982"/>
            <a:chOff x="-108754" y="2690919"/>
            <a:chExt cx="302065" cy="1520982"/>
          </a:xfrm>
        </p:grpSpPr>
        <p:sp>
          <p:nvSpPr>
            <p:cNvPr id="1958" name="Google Shape;1958;p23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9" name="Google Shape;1959;p23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0" name="Google Shape;1960;p23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1" name="Google Shape;1961;p23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2" name="Google Shape;1962;p23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63" name="Google Shape;1963;p23"/>
          <p:cNvGrpSpPr/>
          <p:nvPr/>
        </p:nvGrpSpPr>
        <p:grpSpPr>
          <a:xfrm>
            <a:off x="3945551" y="4775319"/>
            <a:ext cx="1252897" cy="51000"/>
            <a:chOff x="2915381" y="4104819"/>
            <a:chExt cx="1252897" cy="51000"/>
          </a:xfrm>
        </p:grpSpPr>
        <p:sp>
          <p:nvSpPr>
            <p:cNvPr id="1964" name="Google Shape;1964;p23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5" name="Google Shape;1965;p23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6" name="Google Shape;1966;p23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7" name="Google Shape;1967;p23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8" name="Google Shape;1968;p23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9" name="Google Shape;1969;p23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0" name="Google Shape;1970;p23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1" name="Google Shape;1971;p23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2" name="Google Shape;1972;p23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3" name="Google Shape;1973;p23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4" name="Google Shape;1974;p23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5" name="Google Shape;1975;p23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6" name="Google Shape;1976;p23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7" name="Google Shape;1977;p23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BLANK_15">
    <p:spTree>
      <p:nvGrpSpPr>
        <p:cNvPr id="1" name="Shape 1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9" name="Google Shape;1979;p24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1980" name="Google Shape;1980;p24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1" name="Google Shape;1981;p24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2" name="Google Shape;1982;p24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3" name="Google Shape;1983;p24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4" name="Google Shape;1984;p24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5" name="Google Shape;1985;p24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6" name="Google Shape;1986;p24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7" name="Google Shape;1987;p24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8" name="Google Shape;1988;p24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9" name="Google Shape;1989;p24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0" name="Google Shape;1990;p24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1" name="Google Shape;1991;p24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2" name="Google Shape;1992;p24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3" name="Google Shape;1993;p24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4" name="Google Shape;1994;p24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5" name="Google Shape;1995;p24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6" name="Google Shape;1996;p24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7" name="Google Shape;1997;p24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8" name="Google Shape;1998;p24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9" name="Google Shape;1999;p24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0" name="Google Shape;2000;p24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1" name="Google Shape;2001;p24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2" name="Google Shape;2002;p24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3" name="Google Shape;2003;p24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4" name="Google Shape;2004;p24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5" name="Google Shape;2005;p24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6" name="Google Shape;2006;p24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7" name="Google Shape;2007;p24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8" name="Google Shape;2008;p24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9" name="Google Shape;2009;p24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0" name="Google Shape;2010;p24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1" name="Google Shape;2011;p24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2" name="Google Shape;2012;p24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3" name="Google Shape;2013;p24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4" name="Google Shape;2014;p24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5" name="Google Shape;2015;p24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6" name="Google Shape;2016;p24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7" name="Google Shape;2017;p24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18" name="Google Shape;2018;p24"/>
          <p:cNvGrpSpPr/>
          <p:nvPr/>
        </p:nvGrpSpPr>
        <p:grpSpPr>
          <a:xfrm>
            <a:off x="4674957" y="4956042"/>
            <a:ext cx="1520982" cy="302065"/>
            <a:chOff x="5642557" y="-150670"/>
            <a:chExt cx="1520982" cy="302065"/>
          </a:xfrm>
        </p:grpSpPr>
        <p:sp>
          <p:nvSpPr>
            <p:cNvPr id="2019" name="Google Shape;2019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0" name="Google Shape;2020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1" name="Google Shape;2021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24" name="Google Shape;2024;p24"/>
          <p:cNvGrpSpPr/>
          <p:nvPr/>
        </p:nvGrpSpPr>
        <p:grpSpPr>
          <a:xfrm rot="5400000">
            <a:off x="85100" y="2306825"/>
            <a:ext cx="98902" cy="553090"/>
            <a:chOff x="4898850" y="4820550"/>
            <a:chExt cx="98902" cy="553090"/>
          </a:xfrm>
        </p:grpSpPr>
        <p:sp>
          <p:nvSpPr>
            <p:cNvPr id="2025" name="Google Shape;2025;p24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6" name="Google Shape;2026;p24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7" name="Google Shape;2027;p24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8" name="Google Shape;2028;p24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9" name="Google Shape;2029;p24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0" name="Google Shape;2030;p24"/>
          <p:cNvGrpSpPr/>
          <p:nvPr/>
        </p:nvGrpSpPr>
        <p:grpSpPr>
          <a:xfrm>
            <a:off x="-1744592" y="3592129"/>
            <a:ext cx="2297800" cy="347400"/>
            <a:chOff x="-1439792" y="3592129"/>
            <a:chExt cx="2297800" cy="347400"/>
          </a:xfrm>
        </p:grpSpPr>
        <p:sp>
          <p:nvSpPr>
            <p:cNvPr id="2031" name="Google Shape;2031;p24"/>
            <p:cNvSpPr/>
            <p:nvPr/>
          </p:nvSpPr>
          <p:spPr>
            <a:xfrm>
              <a:off x="-1439792" y="3871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2" name="Google Shape;2032;p24"/>
            <p:cNvSpPr/>
            <p:nvPr/>
          </p:nvSpPr>
          <p:spPr>
            <a:xfrm>
              <a:off x="-1136692" y="3592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3" name="Google Shape;2033;p24"/>
          <p:cNvSpPr/>
          <p:nvPr/>
        </p:nvSpPr>
        <p:spPr>
          <a:xfrm rot="10800000">
            <a:off x="414162" y="446566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4" name="Google Shape;2034;p24"/>
          <p:cNvGrpSpPr/>
          <p:nvPr/>
        </p:nvGrpSpPr>
        <p:grpSpPr>
          <a:xfrm>
            <a:off x="-222733" y="225814"/>
            <a:ext cx="1507157" cy="586800"/>
            <a:chOff x="-222733" y="225814"/>
            <a:chExt cx="1507157" cy="586800"/>
          </a:xfrm>
        </p:grpSpPr>
        <p:sp>
          <p:nvSpPr>
            <p:cNvPr id="2035" name="Google Shape;2035;p24"/>
            <p:cNvSpPr/>
            <p:nvPr/>
          </p:nvSpPr>
          <p:spPr>
            <a:xfrm rot="-5400000">
              <a:off x="348812" y="-122999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6" name="Google Shape;2036;p24"/>
            <p:cNvGrpSpPr/>
            <p:nvPr/>
          </p:nvGrpSpPr>
          <p:grpSpPr>
            <a:xfrm>
              <a:off x="-222733" y="452241"/>
              <a:ext cx="1105976" cy="133969"/>
              <a:chOff x="8183182" y="663852"/>
              <a:chExt cx="1475028" cy="178673"/>
            </a:xfrm>
          </p:grpSpPr>
          <p:grpSp>
            <p:nvGrpSpPr>
              <p:cNvPr id="2037" name="Google Shape;2037;p24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038" name="Google Shape;2038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39" name="Google Shape;2039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0" name="Google Shape;2040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1" name="Google Shape;2041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2" name="Google Shape;2042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3" name="Google Shape;2043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4" name="Google Shape;2044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5" name="Google Shape;2045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6" name="Google Shape;2046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47" name="Google Shape;2047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48" name="Google Shape;2048;p24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049" name="Google Shape;2049;p24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0" name="Google Shape;2050;p24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1" name="Google Shape;2051;p24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2" name="Google Shape;2052;p24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3" name="Google Shape;2053;p24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4" name="Google Shape;2054;p24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5" name="Google Shape;2055;p24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6" name="Google Shape;2056;p24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7" name="Google Shape;2057;p24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58" name="Google Shape;2058;p24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sp>
        <p:nvSpPr>
          <p:cNvPr id="2059" name="Google Shape;2059;p24"/>
          <p:cNvSpPr/>
          <p:nvPr/>
        </p:nvSpPr>
        <p:spPr>
          <a:xfrm>
            <a:off x="85572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60" name="Google Shape;2060;p24"/>
          <p:cNvGrpSpPr/>
          <p:nvPr/>
        </p:nvGrpSpPr>
        <p:grpSpPr>
          <a:xfrm>
            <a:off x="8041407" y="183762"/>
            <a:ext cx="1520982" cy="302065"/>
            <a:chOff x="5642557" y="-150670"/>
            <a:chExt cx="1520982" cy="302065"/>
          </a:xfrm>
        </p:grpSpPr>
        <p:sp>
          <p:nvSpPr>
            <p:cNvPr id="2061" name="Google Shape;2061;p24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2" name="Google Shape;2062;p24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3" name="Google Shape;2063;p24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4" name="Google Shape;2064;p24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5" name="Google Shape;2065;p24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6" name="Google Shape;2066;p24"/>
          <p:cNvGrpSpPr/>
          <p:nvPr/>
        </p:nvGrpSpPr>
        <p:grpSpPr>
          <a:xfrm rot="5400000">
            <a:off x="8360264" y="2845229"/>
            <a:ext cx="883262" cy="242091"/>
            <a:chOff x="2300350" y="2601250"/>
            <a:chExt cx="2275275" cy="623625"/>
          </a:xfrm>
        </p:grpSpPr>
        <p:sp>
          <p:nvSpPr>
            <p:cNvPr id="2067" name="Google Shape;2067;p2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8" name="Google Shape;2068;p2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9" name="Google Shape;2069;p2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0" name="Google Shape;2070;p2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1" name="Google Shape;2071;p2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2" name="Google Shape;2072;p2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73" name="Google Shape;2073;p24"/>
          <p:cNvGrpSpPr/>
          <p:nvPr/>
        </p:nvGrpSpPr>
        <p:grpSpPr>
          <a:xfrm>
            <a:off x="8267392" y="4678866"/>
            <a:ext cx="1105976" cy="133969"/>
            <a:chOff x="8183182" y="663852"/>
            <a:chExt cx="1475028" cy="178673"/>
          </a:xfrm>
        </p:grpSpPr>
        <p:grpSp>
          <p:nvGrpSpPr>
            <p:cNvPr id="2074" name="Google Shape;2074;p24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075" name="Google Shape;2075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Google Shape;2080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Google Shape;2081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Google Shape;2082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Google Shape;2083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Google Shape;2084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85" name="Google Shape;2085;p24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086" name="Google Shape;2086;p24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Google Shape;2087;p24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Google Shape;2088;p24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Google Shape;2089;p24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Google Shape;2090;p24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Google Shape;2091;p24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Google Shape;2092;p24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Google Shape;2093;p24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Google Shape;2094;p24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Google Shape;2095;p24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096" name="Google Shape;2096;p24"/>
          <p:cNvGrpSpPr/>
          <p:nvPr/>
        </p:nvGrpSpPr>
        <p:grpSpPr>
          <a:xfrm>
            <a:off x="5023301" y="238994"/>
            <a:ext cx="1252897" cy="51000"/>
            <a:chOff x="2915381" y="4104819"/>
            <a:chExt cx="1252897" cy="51000"/>
          </a:xfrm>
        </p:grpSpPr>
        <p:sp>
          <p:nvSpPr>
            <p:cNvPr id="2097" name="Google Shape;2097;p24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8" name="Google Shape;2098;p24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9" name="Google Shape;2099;p24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24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1" name="Google Shape;2101;p24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2" name="Google Shape;2102;p24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3" name="Google Shape;2103;p24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4" name="Google Shape;2104;p24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5" name="Google Shape;2105;p24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6" name="Google Shape;2106;p24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7" name="Google Shape;2107;p24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8" name="Google Shape;2108;p24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9" name="Google Shape;2109;p24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0" name="Google Shape;2110;p24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11" name="Google Shape;2111;p24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BLANK_14">
    <p:spTree>
      <p:nvGrpSpPr>
        <p:cNvPr id="1" name="Shape 2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13" name="Google Shape;2113;p25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114" name="Google Shape;2114;p25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5" name="Google Shape;2115;p25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6" name="Google Shape;2116;p25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7" name="Google Shape;2117;p25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8" name="Google Shape;2118;p25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9" name="Google Shape;2119;p25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0" name="Google Shape;2120;p25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1" name="Google Shape;2121;p25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2" name="Google Shape;2122;p25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3" name="Google Shape;2123;p25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4" name="Google Shape;2124;p25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5" name="Google Shape;2125;p25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6" name="Google Shape;2126;p25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7" name="Google Shape;2127;p25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8" name="Google Shape;2128;p25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9" name="Google Shape;2129;p25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0" name="Google Shape;2130;p25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1" name="Google Shape;2131;p25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2" name="Google Shape;2132;p25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3" name="Google Shape;2133;p25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4" name="Google Shape;2134;p25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5" name="Google Shape;2135;p25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6" name="Google Shape;2136;p25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7" name="Google Shape;2137;p25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8" name="Google Shape;2138;p25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9" name="Google Shape;2139;p25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0" name="Google Shape;2140;p25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1" name="Google Shape;2141;p25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2" name="Google Shape;2142;p25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3" name="Google Shape;2143;p25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4" name="Google Shape;2144;p25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5" name="Google Shape;2145;p25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6" name="Google Shape;2146;p25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7" name="Google Shape;2147;p25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8" name="Google Shape;2148;p25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9" name="Google Shape;2149;p25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0" name="Google Shape;2150;p25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1" name="Google Shape;2151;p25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52" name="Google Shape;2152;p25"/>
          <p:cNvSpPr/>
          <p:nvPr/>
        </p:nvSpPr>
        <p:spPr>
          <a:xfrm rot="-5400000">
            <a:off x="120212" y="72934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53" name="Google Shape;2153;p25"/>
          <p:cNvGrpSpPr/>
          <p:nvPr/>
        </p:nvGrpSpPr>
        <p:grpSpPr>
          <a:xfrm rot="5400000">
            <a:off x="85100" y="3657925"/>
            <a:ext cx="98902" cy="553090"/>
            <a:chOff x="4898850" y="4820550"/>
            <a:chExt cx="98902" cy="553090"/>
          </a:xfrm>
        </p:grpSpPr>
        <p:sp>
          <p:nvSpPr>
            <p:cNvPr id="2154" name="Google Shape;2154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5" name="Google Shape;2155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6" name="Google Shape;2156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7" name="Google Shape;2157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8" name="Google Shape;2158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59" name="Google Shape;2159;p25"/>
          <p:cNvGrpSpPr/>
          <p:nvPr/>
        </p:nvGrpSpPr>
        <p:grpSpPr>
          <a:xfrm flipH="1">
            <a:off x="-538592" y="566830"/>
            <a:ext cx="1823016" cy="296643"/>
            <a:chOff x="7857346" y="3902355"/>
            <a:chExt cx="1823016" cy="296643"/>
          </a:xfrm>
        </p:grpSpPr>
        <p:sp>
          <p:nvSpPr>
            <p:cNvPr id="2160" name="Google Shape;2160;p25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1" name="Google Shape;2161;p25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2" name="Google Shape;2162;p25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3" name="Google Shape;2163;p25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5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5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66" name="Google Shape;2166;p25"/>
          <p:cNvGrpSpPr/>
          <p:nvPr/>
        </p:nvGrpSpPr>
        <p:grpSpPr>
          <a:xfrm rot="5400000">
            <a:off x="4799100" y="4593800"/>
            <a:ext cx="98902" cy="553090"/>
            <a:chOff x="4898850" y="4820550"/>
            <a:chExt cx="98902" cy="553090"/>
          </a:xfrm>
        </p:grpSpPr>
        <p:sp>
          <p:nvSpPr>
            <p:cNvPr id="2167" name="Google Shape;2167;p25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5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5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5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5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72" name="Google Shape;2172;p25"/>
          <p:cNvGrpSpPr/>
          <p:nvPr/>
        </p:nvGrpSpPr>
        <p:grpSpPr>
          <a:xfrm>
            <a:off x="432919" y="4756119"/>
            <a:ext cx="1105976" cy="133969"/>
            <a:chOff x="8183182" y="663852"/>
            <a:chExt cx="1475028" cy="178673"/>
          </a:xfrm>
        </p:grpSpPr>
        <p:grpSp>
          <p:nvGrpSpPr>
            <p:cNvPr id="2173" name="Google Shape;2173;p25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174" name="Google Shape;2174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Google Shape;2175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Google Shape;2176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Google Shape;2177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Google Shape;2178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Google Shape;2179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Google Shape;2180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Google Shape;2181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Google Shape;2182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Google Shape;2183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84" name="Google Shape;2184;p25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185" name="Google Shape;2185;p25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Google Shape;2186;p25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Google Shape;2187;p25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Google Shape;2188;p25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Google Shape;2189;p25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Google Shape;2190;p25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Google Shape;2191;p25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Google Shape;2192;p25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Google Shape;2193;p25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Google Shape;2194;p25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195" name="Google Shape;2195;p25"/>
          <p:cNvSpPr/>
          <p:nvPr/>
        </p:nvSpPr>
        <p:spPr>
          <a:xfrm rot="5400000">
            <a:off x="8279899" y="422812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6" name="Google Shape;2196;p25"/>
          <p:cNvSpPr/>
          <p:nvPr/>
        </p:nvSpPr>
        <p:spPr>
          <a:xfrm>
            <a:off x="8161612" y="-34880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97" name="Google Shape;2197;p25"/>
          <p:cNvGrpSpPr/>
          <p:nvPr/>
        </p:nvGrpSpPr>
        <p:grpSpPr>
          <a:xfrm>
            <a:off x="8395576" y="4749303"/>
            <a:ext cx="883262" cy="242091"/>
            <a:chOff x="2300350" y="2601250"/>
            <a:chExt cx="2275275" cy="623625"/>
          </a:xfrm>
        </p:grpSpPr>
        <p:sp>
          <p:nvSpPr>
            <p:cNvPr id="2198" name="Google Shape;2198;p2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04" name="Google Shape;2204;p25"/>
          <p:cNvGrpSpPr/>
          <p:nvPr/>
        </p:nvGrpSpPr>
        <p:grpSpPr>
          <a:xfrm>
            <a:off x="5989113" y="235761"/>
            <a:ext cx="1252897" cy="51000"/>
            <a:chOff x="2915381" y="4104819"/>
            <a:chExt cx="1252897" cy="51000"/>
          </a:xfrm>
        </p:grpSpPr>
        <p:sp>
          <p:nvSpPr>
            <p:cNvPr id="2205" name="Google Shape;2205;p25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5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5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5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5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5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5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5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5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5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5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5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5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5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19" name="Google Shape;2219;p25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effectLst>
            <a:outerShdw blurRad="85725" algn="bl" rotWithShape="0">
              <a:schemeClr val="accent2">
                <a:alpha val="41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1">
    <p:spTree>
      <p:nvGrpSpPr>
        <p:cNvPr id="1" name="Shape 2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1" name="Google Shape;2221;p26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222" name="Google Shape;2222;p26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3" name="Google Shape;2223;p26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4" name="Google Shape;2224;p26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6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6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7" name="Google Shape;2227;p26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8" name="Google Shape;2228;p26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9" name="Google Shape;2229;p26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0" name="Google Shape;2230;p26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1" name="Google Shape;2231;p26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2" name="Google Shape;2232;p26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3" name="Google Shape;2233;p26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4" name="Google Shape;2234;p26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5" name="Google Shape;2235;p26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6" name="Google Shape;2236;p26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7" name="Google Shape;2237;p26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8" name="Google Shape;2238;p26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9" name="Google Shape;2239;p26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0" name="Google Shape;2240;p26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1" name="Google Shape;2241;p26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2" name="Google Shape;2242;p26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3" name="Google Shape;2243;p26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4" name="Google Shape;2244;p26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5" name="Google Shape;2245;p26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6" name="Google Shape;2246;p26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7" name="Google Shape;2247;p26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8" name="Google Shape;2248;p26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9" name="Google Shape;2249;p26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0" name="Google Shape;2250;p26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1" name="Google Shape;2251;p26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2" name="Google Shape;2252;p26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3" name="Google Shape;2253;p26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4" name="Google Shape;2254;p26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5" name="Google Shape;2255;p26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6" name="Google Shape;2256;p26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7" name="Google Shape;2257;p26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8" name="Google Shape;2258;p26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9" name="Google Shape;2259;p26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60" name="Google Shape;2260;p26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61" name="Google Shape;2261;p26"/>
          <p:cNvSpPr txBox="1">
            <a:spLocks noGrp="1"/>
          </p:cNvSpPr>
          <p:nvPr>
            <p:ph type="title" idx="2"/>
          </p:nvPr>
        </p:nvSpPr>
        <p:spPr>
          <a:xfrm>
            <a:off x="84127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2" name="Google Shape;2262;p26"/>
          <p:cNvSpPr txBox="1">
            <a:spLocks noGrp="1"/>
          </p:cNvSpPr>
          <p:nvPr>
            <p:ph type="subTitle" idx="1"/>
          </p:nvPr>
        </p:nvSpPr>
        <p:spPr>
          <a:xfrm>
            <a:off x="84127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3" name="Google Shape;2263;p26"/>
          <p:cNvSpPr txBox="1">
            <a:spLocks noGrp="1"/>
          </p:cNvSpPr>
          <p:nvPr>
            <p:ph type="title" idx="3" hasCustomPrompt="1"/>
          </p:nvPr>
        </p:nvSpPr>
        <p:spPr>
          <a:xfrm>
            <a:off x="74482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4" name="Google Shape;2264;p26"/>
          <p:cNvSpPr txBox="1">
            <a:spLocks noGrp="1"/>
          </p:cNvSpPr>
          <p:nvPr>
            <p:ph type="title" idx="4"/>
          </p:nvPr>
        </p:nvSpPr>
        <p:spPr>
          <a:xfrm>
            <a:off x="3551593" y="2972975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5" name="Google Shape;2265;p26"/>
          <p:cNvSpPr txBox="1">
            <a:spLocks noGrp="1"/>
          </p:cNvSpPr>
          <p:nvPr>
            <p:ph type="subTitle" idx="5"/>
          </p:nvPr>
        </p:nvSpPr>
        <p:spPr>
          <a:xfrm>
            <a:off x="3551593" y="3381574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6" name="Google Shape;2266;p26"/>
          <p:cNvSpPr txBox="1">
            <a:spLocks noGrp="1"/>
          </p:cNvSpPr>
          <p:nvPr>
            <p:ph type="title" idx="6" hasCustomPrompt="1"/>
          </p:nvPr>
        </p:nvSpPr>
        <p:spPr>
          <a:xfrm>
            <a:off x="3455143" y="2030134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7" name="Google Shape;2267;p26"/>
          <p:cNvSpPr txBox="1">
            <a:spLocks noGrp="1"/>
          </p:cNvSpPr>
          <p:nvPr>
            <p:ph type="title" idx="7"/>
          </p:nvPr>
        </p:nvSpPr>
        <p:spPr>
          <a:xfrm>
            <a:off x="6261925" y="2611096"/>
            <a:ext cx="2040600" cy="274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1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2268" name="Google Shape;2268;p26"/>
          <p:cNvSpPr txBox="1">
            <a:spLocks noGrp="1"/>
          </p:cNvSpPr>
          <p:nvPr>
            <p:ph type="subTitle" idx="8"/>
          </p:nvPr>
        </p:nvSpPr>
        <p:spPr>
          <a:xfrm>
            <a:off x="6261925" y="3019695"/>
            <a:ext cx="20406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9" name="Google Shape;2269;p26"/>
          <p:cNvSpPr txBox="1">
            <a:spLocks noGrp="1"/>
          </p:cNvSpPr>
          <p:nvPr>
            <p:ph type="title" idx="9" hasCustomPrompt="1"/>
          </p:nvPr>
        </p:nvSpPr>
        <p:spPr>
          <a:xfrm>
            <a:off x="6165475" y="1668255"/>
            <a:ext cx="2233500" cy="7887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5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2270" name="Google Shape;2270;p26"/>
          <p:cNvGrpSpPr/>
          <p:nvPr/>
        </p:nvGrpSpPr>
        <p:grpSpPr>
          <a:xfrm>
            <a:off x="-11" y="4335989"/>
            <a:ext cx="1284435" cy="586800"/>
            <a:chOff x="-11" y="4335989"/>
            <a:chExt cx="1284435" cy="586800"/>
          </a:xfrm>
        </p:grpSpPr>
        <p:sp>
          <p:nvSpPr>
            <p:cNvPr id="2271" name="Google Shape;2271;p26"/>
            <p:cNvSpPr/>
            <p:nvPr/>
          </p:nvSpPr>
          <p:spPr>
            <a:xfrm rot="-5400000">
              <a:off x="348812" y="39871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2" name="Google Shape;2272;p26"/>
            <p:cNvGrpSpPr/>
            <p:nvPr/>
          </p:nvGrpSpPr>
          <p:grpSpPr>
            <a:xfrm rot="10800000">
              <a:off x="-11" y="4508353"/>
              <a:ext cx="883262" cy="242091"/>
              <a:chOff x="2300350" y="2601250"/>
              <a:chExt cx="2275275" cy="623625"/>
            </a:xfrm>
          </p:grpSpPr>
          <p:sp>
            <p:nvSpPr>
              <p:cNvPr id="2273" name="Google Shape;2273;p26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Google Shape;2274;p26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Google Shape;2275;p26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Google Shape;2276;p26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Google Shape;2277;p26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Google Shape;2278;p26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279" name="Google Shape;2279;p26"/>
          <p:cNvGrpSpPr/>
          <p:nvPr/>
        </p:nvGrpSpPr>
        <p:grpSpPr>
          <a:xfrm>
            <a:off x="1398057" y="-114308"/>
            <a:ext cx="1520982" cy="302065"/>
            <a:chOff x="5642557" y="-150670"/>
            <a:chExt cx="1520982" cy="302065"/>
          </a:xfrm>
        </p:grpSpPr>
        <p:sp>
          <p:nvSpPr>
            <p:cNvPr id="2280" name="Google Shape;2280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1" name="Google Shape;2281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2" name="Google Shape;2282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3" name="Google Shape;2283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4" name="Google Shape;2284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5" name="Google Shape;2285;p26"/>
          <p:cNvGrpSpPr/>
          <p:nvPr/>
        </p:nvGrpSpPr>
        <p:grpSpPr>
          <a:xfrm rot="5400000">
            <a:off x="85100" y="1523550"/>
            <a:ext cx="98902" cy="553090"/>
            <a:chOff x="4898850" y="4820550"/>
            <a:chExt cx="98902" cy="553090"/>
          </a:xfrm>
        </p:grpSpPr>
        <p:sp>
          <p:nvSpPr>
            <p:cNvPr id="2286" name="Google Shape;2286;p26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7" name="Google Shape;2287;p26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8" name="Google Shape;2288;p26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9" name="Google Shape;2289;p26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0" name="Google Shape;2290;p26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91" name="Google Shape;2291;p26"/>
          <p:cNvSpPr/>
          <p:nvPr/>
        </p:nvSpPr>
        <p:spPr>
          <a:xfrm>
            <a:off x="12" y="-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2" name="Google Shape;2292;p26"/>
          <p:cNvSpPr/>
          <p:nvPr/>
        </p:nvSpPr>
        <p:spPr>
          <a:xfrm>
            <a:off x="-1281605" y="37909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3" name="Google Shape;2293;p26"/>
          <p:cNvSpPr/>
          <p:nvPr/>
        </p:nvSpPr>
        <p:spPr>
          <a:xfrm rot="10800000">
            <a:off x="85572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4" name="Google Shape;2294;p26"/>
          <p:cNvSpPr/>
          <p:nvPr/>
        </p:nvSpPr>
        <p:spPr>
          <a:xfrm rot="5400000"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5" name="Google Shape;2295;p26"/>
          <p:cNvGrpSpPr/>
          <p:nvPr/>
        </p:nvGrpSpPr>
        <p:grpSpPr>
          <a:xfrm>
            <a:off x="7812807" y="883512"/>
            <a:ext cx="1520982" cy="302065"/>
            <a:chOff x="5642557" y="-150670"/>
            <a:chExt cx="1520982" cy="302065"/>
          </a:xfrm>
        </p:grpSpPr>
        <p:sp>
          <p:nvSpPr>
            <p:cNvPr id="2296" name="Google Shape;2296;p26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26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26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26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0" name="Google Shape;2300;p26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01" name="Google Shape;2301;p26"/>
          <p:cNvGrpSpPr/>
          <p:nvPr/>
        </p:nvGrpSpPr>
        <p:grpSpPr>
          <a:xfrm rot="5400000">
            <a:off x="8520259" y="3926674"/>
            <a:ext cx="302065" cy="1520982"/>
            <a:chOff x="-108754" y="2690919"/>
            <a:chExt cx="302065" cy="1520982"/>
          </a:xfrm>
        </p:grpSpPr>
        <p:sp>
          <p:nvSpPr>
            <p:cNvPr id="2302" name="Google Shape;2302;p26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3" name="Google Shape;2303;p26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4" name="Google Shape;2304;p26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5" name="Google Shape;2305;p26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6" name="Google Shape;2306;p26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2">
    <p:spTree>
      <p:nvGrpSpPr>
        <p:cNvPr id="1" name="Shape 2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8" name="Google Shape;2308;p27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309" name="Google Shape;2309;p27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0" name="Google Shape;2310;p27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1" name="Google Shape;2311;p27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2" name="Google Shape;2312;p27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3" name="Google Shape;2313;p27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4" name="Google Shape;2314;p27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5" name="Google Shape;2315;p27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6" name="Google Shape;2316;p27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7" name="Google Shape;2317;p27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8" name="Google Shape;2318;p27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9" name="Google Shape;2319;p27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0" name="Google Shape;2320;p27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1" name="Google Shape;2321;p27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2" name="Google Shape;2322;p27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3" name="Google Shape;2323;p27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4" name="Google Shape;2324;p27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5" name="Google Shape;2325;p27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6" name="Google Shape;2326;p27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7" name="Google Shape;2327;p27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8" name="Google Shape;2328;p27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9" name="Google Shape;2329;p27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0" name="Google Shape;2330;p27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1" name="Google Shape;2331;p27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2" name="Google Shape;2332;p27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3" name="Google Shape;2333;p27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4" name="Google Shape;2334;p27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5" name="Google Shape;2335;p27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6" name="Google Shape;2336;p27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7" name="Google Shape;2337;p27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8" name="Google Shape;2338;p27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9" name="Google Shape;2339;p27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0" name="Google Shape;2340;p27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1" name="Google Shape;2341;p27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2" name="Google Shape;2342;p27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3" name="Google Shape;2343;p27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4" name="Google Shape;2344;p27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5" name="Google Shape;2345;p27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6" name="Google Shape;2346;p27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47" name="Google Shape;2347;p27"/>
          <p:cNvSpPr txBox="1">
            <a:spLocks noGrp="1"/>
          </p:cNvSpPr>
          <p:nvPr>
            <p:ph type="title"/>
          </p:nvPr>
        </p:nvSpPr>
        <p:spPr>
          <a:xfrm>
            <a:off x="2335650" y="758125"/>
            <a:ext cx="4472700" cy="9555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7000">
                <a:solidFill>
                  <a:schemeClr val="accen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48" name="Google Shape;2348;p27"/>
          <p:cNvSpPr txBox="1">
            <a:spLocks noGrp="1"/>
          </p:cNvSpPr>
          <p:nvPr>
            <p:ph type="subTitle" idx="1"/>
          </p:nvPr>
        </p:nvSpPr>
        <p:spPr>
          <a:xfrm>
            <a:off x="2335650" y="1667300"/>
            <a:ext cx="4472700" cy="111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9" name="Google Shape;2349;p27"/>
          <p:cNvSpPr txBox="1"/>
          <p:nvPr/>
        </p:nvSpPr>
        <p:spPr>
          <a:xfrm>
            <a:off x="2532450" y="3327757"/>
            <a:ext cx="4079100" cy="64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Credits:</a:t>
            </a:r>
            <a:r>
              <a:rPr lang="en" sz="1200">
                <a:solidFill>
                  <a:schemeClr val="accent2"/>
                </a:solidFill>
                <a:latin typeface="PT Sans"/>
                <a:ea typeface="PT Sans"/>
                <a:cs typeface="PT Sans"/>
                <a:sym typeface="PT Sans"/>
              </a:rPr>
              <a:t> 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This presentation template was created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rPr>
              <a:t>, including icons, infographics &amp; images by </a:t>
            </a:r>
            <a:r>
              <a:rPr lang="en" sz="1200" b="1">
                <a:solidFill>
                  <a:schemeClr val="accent2"/>
                </a:solidFill>
                <a:uFill>
                  <a:noFill/>
                </a:uFill>
                <a:latin typeface="PT Sans"/>
                <a:ea typeface="PT Sans"/>
                <a:cs typeface="PT Sans"/>
                <a:sym typeface="P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lt1"/>
              </a:solidFill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350" name="Google Shape;2350;p27"/>
          <p:cNvSpPr/>
          <p:nvPr/>
        </p:nvSpPr>
        <p:spPr>
          <a:xfrm rot="10800000">
            <a:off x="11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51" name="Google Shape;2351;p27"/>
          <p:cNvGrpSpPr/>
          <p:nvPr/>
        </p:nvGrpSpPr>
        <p:grpSpPr>
          <a:xfrm>
            <a:off x="-11" y="606814"/>
            <a:ext cx="1284435" cy="586800"/>
            <a:chOff x="-11" y="606814"/>
            <a:chExt cx="1284435" cy="586800"/>
          </a:xfrm>
        </p:grpSpPr>
        <p:sp>
          <p:nvSpPr>
            <p:cNvPr id="2352" name="Google Shape;2352;p27"/>
            <p:cNvSpPr/>
            <p:nvPr/>
          </p:nvSpPr>
          <p:spPr>
            <a:xfrm rot="-5400000">
              <a:off x="348812" y="258001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53" name="Google Shape;2353;p27"/>
            <p:cNvGrpSpPr/>
            <p:nvPr/>
          </p:nvGrpSpPr>
          <p:grpSpPr>
            <a:xfrm rot="10800000">
              <a:off x="-11" y="779178"/>
              <a:ext cx="883262" cy="242091"/>
              <a:chOff x="2300350" y="2601250"/>
              <a:chExt cx="2275275" cy="623625"/>
            </a:xfrm>
          </p:grpSpPr>
          <p:sp>
            <p:nvSpPr>
              <p:cNvPr id="2354" name="Google Shape;2354;p27"/>
              <p:cNvSpPr/>
              <p:nvPr/>
            </p:nvSpPr>
            <p:spPr>
              <a:xfrm>
                <a:off x="2300350" y="2601250"/>
                <a:ext cx="3921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684" h="24945" extrusionOk="0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Google Shape;2355;p27"/>
              <p:cNvSpPr/>
              <p:nvPr/>
            </p:nvSpPr>
            <p:spPr>
              <a:xfrm>
                <a:off x="2680075" y="2601250"/>
                <a:ext cx="389025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1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Google Shape;2356;p27"/>
              <p:cNvSpPr/>
              <p:nvPr/>
            </p:nvSpPr>
            <p:spPr>
              <a:xfrm>
                <a:off x="30567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Google Shape;2357;p27"/>
              <p:cNvSpPr/>
              <p:nvPr/>
            </p:nvSpPr>
            <p:spPr>
              <a:xfrm>
                <a:off x="343335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Google Shape;2358;p27"/>
              <p:cNvSpPr/>
              <p:nvPr/>
            </p:nvSpPr>
            <p:spPr>
              <a:xfrm>
                <a:off x="3810000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Google Shape;2359;p27"/>
              <p:cNvSpPr/>
              <p:nvPr/>
            </p:nvSpPr>
            <p:spPr>
              <a:xfrm>
                <a:off x="4186625" y="2601250"/>
                <a:ext cx="389000" cy="623625"/>
              </a:xfrm>
              <a:custGeom>
                <a:avLst/>
                <a:gdLst/>
                <a:ahLst/>
                <a:cxnLst/>
                <a:rect l="l" t="t" r="r" b="b"/>
                <a:pathLst>
                  <a:path w="15560" h="24945" extrusionOk="0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60" name="Google Shape;2360;p27"/>
          <p:cNvGrpSpPr/>
          <p:nvPr/>
        </p:nvGrpSpPr>
        <p:grpSpPr>
          <a:xfrm>
            <a:off x="2618882" y="4981392"/>
            <a:ext cx="1520982" cy="302065"/>
            <a:chOff x="5642557" y="-150670"/>
            <a:chExt cx="1520982" cy="302065"/>
          </a:xfrm>
        </p:grpSpPr>
        <p:sp>
          <p:nvSpPr>
            <p:cNvPr id="2361" name="Google Shape;2361;p27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7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7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7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7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66" name="Google Shape;2366;p27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367" name="Google Shape;2367;p27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7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7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7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7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2" name="Google Shape;2372;p27"/>
          <p:cNvGrpSpPr/>
          <p:nvPr/>
        </p:nvGrpSpPr>
        <p:grpSpPr>
          <a:xfrm>
            <a:off x="-1414555" y="2830129"/>
            <a:ext cx="2297800" cy="347400"/>
            <a:chOff x="-1414555" y="2830129"/>
            <a:chExt cx="2297800" cy="347400"/>
          </a:xfrm>
        </p:grpSpPr>
        <p:sp>
          <p:nvSpPr>
            <p:cNvPr id="2373" name="Google Shape;2373;p27"/>
            <p:cNvSpPr/>
            <p:nvPr/>
          </p:nvSpPr>
          <p:spPr>
            <a:xfrm>
              <a:off x="-1414555" y="31094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7"/>
            <p:cNvSpPr/>
            <p:nvPr/>
          </p:nvSpPr>
          <p:spPr>
            <a:xfrm>
              <a:off x="-1111455" y="28301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75" name="Google Shape;2375;p27"/>
          <p:cNvGrpSpPr/>
          <p:nvPr/>
        </p:nvGrpSpPr>
        <p:grpSpPr>
          <a:xfrm flipH="1">
            <a:off x="-529079" y="4313280"/>
            <a:ext cx="1823016" cy="196994"/>
            <a:chOff x="7857346" y="4002005"/>
            <a:chExt cx="1823016" cy="196994"/>
          </a:xfrm>
        </p:grpSpPr>
        <p:sp>
          <p:nvSpPr>
            <p:cNvPr id="2376" name="Google Shape;2376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79" name="Google Shape;2379;p27"/>
          <p:cNvSpPr/>
          <p:nvPr/>
        </p:nvSpPr>
        <p:spPr>
          <a:xfrm rot="5400000">
            <a:off x="8208384" y="3885676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0" name="Google Shape;2380;p27"/>
          <p:cNvGrpSpPr/>
          <p:nvPr/>
        </p:nvGrpSpPr>
        <p:grpSpPr>
          <a:xfrm>
            <a:off x="5202992" y="4687341"/>
            <a:ext cx="1105976" cy="133969"/>
            <a:chOff x="8183182" y="663852"/>
            <a:chExt cx="1475028" cy="178673"/>
          </a:xfrm>
        </p:grpSpPr>
        <p:grpSp>
          <p:nvGrpSpPr>
            <p:cNvPr id="2381" name="Google Shape;2381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382" name="Google Shape;2382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Google Shape;2383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Google Shape;2384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Google Shape;2385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Google Shape;2386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Google Shape;2387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Google Shape;2388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Google Shape;2389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Google Shape;2390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Google Shape;2391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92" name="Google Shape;2392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393" name="Google Shape;239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Google Shape;239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Google Shape;239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Google Shape;239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Google Shape;239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Google Shape;239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Google Shape;239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Google Shape;240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Google Shape;240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Google Shape;240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403" name="Google Shape;2403;p27"/>
          <p:cNvSpPr/>
          <p:nvPr/>
        </p:nvSpPr>
        <p:spPr>
          <a:xfrm rot="10800000">
            <a:off x="8027645" y="2174179"/>
            <a:ext cx="1994700" cy="6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lt2"/>
              </a:gs>
              <a:gs pos="100000">
                <a:schemeClr val="accent2"/>
              </a:gs>
            </a:gsLst>
            <a:lin ang="26986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04" name="Google Shape;2404;p27"/>
          <p:cNvGrpSpPr/>
          <p:nvPr/>
        </p:nvGrpSpPr>
        <p:grpSpPr>
          <a:xfrm rot="-5400000">
            <a:off x="7172708" y="384980"/>
            <a:ext cx="1823016" cy="296643"/>
            <a:chOff x="7857346" y="3902355"/>
            <a:chExt cx="1823016" cy="296643"/>
          </a:xfrm>
        </p:grpSpPr>
        <p:sp>
          <p:nvSpPr>
            <p:cNvPr id="2405" name="Google Shape;2405;p27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7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7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7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9" name="Google Shape;2409;p27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0" name="Google Shape;2410;p27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1" name="Google Shape;2411;p27"/>
          <p:cNvGrpSpPr/>
          <p:nvPr/>
        </p:nvGrpSpPr>
        <p:grpSpPr>
          <a:xfrm>
            <a:off x="8267392" y="2926266"/>
            <a:ext cx="1105976" cy="133969"/>
            <a:chOff x="8183182" y="663852"/>
            <a:chExt cx="1475028" cy="178673"/>
          </a:xfrm>
        </p:grpSpPr>
        <p:grpSp>
          <p:nvGrpSpPr>
            <p:cNvPr id="2412" name="Google Shape;2412;p27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413" name="Google Shape;2413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Google Shape;2414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Google Shape;2415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Google Shape;2416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Google Shape;2417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Google Shape;2418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Google Shape;2419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Google Shape;2420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Google Shape;2421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Google Shape;2422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23" name="Google Shape;2423;p27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424" name="Google Shape;2424;p27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Google Shape;2425;p27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Google Shape;2426;p27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Google Shape;2427;p27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Google Shape;2428;p27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Google Shape;2429;p27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Google Shape;2430;p27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Google Shape;2431;p27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Google Shape;2432;p27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Google Shape;2433;p27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434" name="Google Shape;2434;p27"/>
          <p:cNvGrpSpPr/>
          <p:nvPr/>
        </p:nvGrpSpPr>
        <p:grpSpPr>
          <a:xfrm>
            <a:off x="2360001" y="376081"/>
            <a:ext cx="1252897" cy="51000"/>
            <a:chOff x="2915381" y="4104819"/>
            <a:chExt cx="1252897" cy="51000"/>
          </a:xfrm>
        </p:grpSpPr>
        <p:sp>
          <p:nvSpPr>
            <p:cNvPr id="2435" name="Google Shape;2435;p27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6" name="Google Shape;2436;p27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7" name="Google Shape;2437;p27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8" name="Google Shape;2438;p27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9" name="Google Shape;2439;p27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0" name="Google Shape;2440;p27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1" name="Google Shape;2441;p27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7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7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7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5" name="Google Shape;2445;p27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6" name="Google Shape;2446;p27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7" name="Google Shape;2447;p27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8" name="Google Shape;2448;p27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3">
    <p:spTree>
      <p:nvGrpSpPr>
        <p:cNvPr id="1" name="Shape 2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0" name="Google Shape;2450;p28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451" name="Google Shape;2451;p28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2" name="Google Shape;2452;p28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3" name="Google Shape;2453;p28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4" name="Google Shape;2454;p28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5" name="Google Shape;2455;p28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6" name="Google Shape;2456;p28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7" name="Google Shape;2457;p28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8" name="Google Shape;2458;p28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9" name="Google Shape;2459;p28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0" name="Google Shape;2460;p28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1" name="Google Shape;2461;p28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2" name="Google Shape;2462;p28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3" name="Google Shape;2463;p28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4" name="Google Shape;2464;p28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5" name="Google Shape;2465;p28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6" name="Google Shape;2466;p28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7" name="Google Shape;2467;p28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8" name="Google Shape;2468;p28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9" name="Google Shape;2469;p28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0" name="Google Shape;2470;p28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1" name="Google Shape;2471;p28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2" name="Google Shape;2472;p28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3" name="Google Shape;2473;p28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4" name="Google Shape;2474;p28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5" name="Google Shape;2475;p28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6" name="Google Shape;2476;p28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7" name="Google Shape;2477;p28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8" name="Google Shape;2478;p28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9" name="Google Shape;2479;p28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0" name="Google Shape;2480;p28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1" name="Google Shape;2481;p28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2" name="Google Shape;2482;p28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3" name="Google Shape;2483;p28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4" name="Google Shape;2484;p28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5" name="Google Shape;2485;p28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6" name="Google Shape;2486;p28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7" name="Google Shape;2487;p28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8" name="Google Shape;2488;p28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89" name="Google Shape;2489;p28"/>
          <p:cNvGrpSpPr/>
          <p:nvPr/>
        </p:nvGrpSpPr>
        <p:grpSpPr>
          <a:xfrm rot="5400000">
            <a:off x="85100" y="1849625"/>
            <a:ext cx="98902" cy="553090"/>
            <a:chOff x="4898850" y="4820550"/>
            <a:chExt cx="98902" cy="553090"/>
          </a:xfrm>
        </p:grpSpPr>
        <p:sp>
          <p:nvSpPr>
            <p:cNvPr id="2490" name="Google Shape;2490;p28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1" name="Google Shape;2491;p28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2" name="Google Shape;2492;p28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3" name="Google Shape;2493;p28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4" name="Google Shape;2494;p28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5" name="Google Shape;2495;p28"/>
          <p:cNvGrpSpPr/>
          <p:nvPr/>
        </p:nvGrpSpPr>
        <p:grpSpPr>
          <a:xfrm flipH="1">
            <a:off x="-839729" y="2843530"/>
            <a:ext cx="1823016" cy="196994"/>
            <a:chOff x="7857346" y="4002005"/>
            <a:chExt cx="1823016" cy="196994"/>
          </a:xfrm>
        </p:grpSpPr>
        <p:sp>
          <p:nvSpPr>
            <p:cNvPr id="2496" name="Google Shape;2496;p28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7" name="Google Shape;2497;p28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8" name="Google Shape;2498;p28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99" name="Google Shape;2499;p28"/>
          <p:cNvSpPr/>
          <p:nvPr/>
        </p:nvSpPr>
        <p:spPr>
          <a:xfrm rot="5400000">
            <a:off x="8206149" y="3859075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0" name="Google Shape;2500;p28"/>
          <p:cNvSpPr/>
          <p:nvPr/>
        </p:nvSpPr>
        <p:spPr>
          <a:xfrm>
            <a:off x="8206162" y="-348811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01" name="Google Shape;2501;p28"/>
          <p:cNvGrpSpPr/>
          <p:nvPr/>
        </p:nvGrpSpPr>
        <p:grpSpPr>
          <a:xfrm>
            <a:off x="8267392" y="3231066"/>
            <a:ext cx="1105976" cy="133969"/>
            <a:chOff x="8183182" y="663852"/>
            <a:chExt cx="1475028" cy="178673"/>
          </a:xfrm>
        </p:grpSpPr>
        <p:grpSp>
          <p:nvGrpSpPr>
            <p:cNvPr id="2502" name="Google Shape;2502;p28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503" name="Google Shape;2503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Google Shape;2504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Google Shape;2505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Google Shape;2506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Google Shape;2507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Google Shape;2508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Google Shape;2509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Google Shape;2510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Google Shape;2511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Google Shape;2512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13" name="Google Shape;2513;p28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514" name="Google Shape;2514;p28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Google Shape;2515;p28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Google Shape;2516;p28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Google Shape;2517;p28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Google Shape;2518;p28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Google Shape;2519;p28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Google Shape;2520;p28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Google Shape;2521;p28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Google Shape;2522;p28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Google Shape;2523;p28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524" name="Google Shape;2524;p28"/>
          <p:cNvGrpSpPr/>
          <p:nvPr/>
        </p:nvGrpSpPr>
        <p:grpSpPr>
          <a:xfrm flipH="1">
            <a:off x="4834557" y="-107958"/>
            <a:ext cx="1520982" cy="302065"/>
            <a:chOff x="5642557" y="-150670"/>
            <a:chExt cx="1520982" cy="302065"/>
          </a:xfrm>
        </p:grpSpPr>
        <p:sp>
          <p:nvSpPr>
            <p:cNvPr id="2525" name="Google Shape;2525;p28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6" name="Google Shape;2526;p28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7" name="Google Shape;2527;p28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8" name="Google Shape;2528;p28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9" name="Google Shape;2529;p28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30" name="Google Shape;2530;p28"/>
          <p:cNvGrpSpPr/>
          <p:nvPr/>
        </p:nvGrpSpPr>
        <p:grpSpPr>
          <a:xfrm>
            <a:off x="635870" y="-1455296"/>
            <a:ext cx="347400" cy="2297800"/>
            <a:chOff x="6420895" y="-1455296"/>
            <a:chExt cx="347400" cy="2297800"/>
          </a:xfrm>
        </p:grpSpPr>
        <p:sp>
          <p:nvSpPr>
            <p:cNvPr id="2531" name="Google Shape;2531;p28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2" name="Google Shape;2532;p28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3" name="Google Shape;2533;p28"/>
          <p:cNvSpPr/>
          <p:nvPr/>
        </p:nvSpPr>
        <p:spPr>
          <a:xfrm rot="-5400000">
            <a:off x="348812" y="4207689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34" name="Google Shape;2534;p28"/>
          <p:cNvGrpSpPr/>
          <p:nvPr/>
        </p:nvGrpSpPr>
        <p:grpSpPr>
          <a:xfrm>
            <a:off x="333809" y="4164674"/>
            <a:ext cx="302065" cy="1520982"/>
            <a:chOff x="-108754" y="2690919"/>
            <a:chExt cx="302065" cy="1520982"/>
          </a:xfrm>
        </p:grpSpPr>
        <p:sp>
          <p:nvSpPr>
            <p:cNvPr id="2535" name="Google Shape;2535;p28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6" name="Google Shape;2536;p28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7" name="Google Shape;2537;p28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8" name="Google Shape;2538;p28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9" name="Google Shape;2539;p28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40" name="Google Shape;2540;p28"/>
          <p:cNvGrpSpPr/>
          <p:nvPr/>
        </p:nvGrpSpPr>
        <p:grpSpPr>
          <a:xfrm>
            <a:off x="8490114" y="2144503"/>
            <a:ext cx="883262" cy="242091"/>
            <a:chOff x="2300350" y="2601250"/>
            <a:chExt cx="2275275" cy="623625"/>
          </a:xfrm>
        </p:grpSpPr>
        <p:sp>
          <p:nvSpPr>
            <p:cNvPr id="2541" name="Google Shape;2541;p2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2" name="Google Shape;2542;p2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3" name="Google Shape;2543;p2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4" name="Google Shape;2544;p2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5" name="Google Shape;2545;p2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6" name="Google Shape;2546;p2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2">
    <p:spTree>
      <p:nvGrpSpPr>
        <p:cNvPr id="1" name="Shape 2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8" name="Google Shape;2548;p29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549" name="Google Shape;2549;p29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0" name="Google Shape;2550;p29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1" name="Google Shape;2551;p29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2" name="Google Shape;2552;p29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3" name="Google Shape;2553;p29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4" name="Google Shape;2554;p29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5" name="Google Shape;2555;p29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6" name="Google Shape;2556;p29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7" name="Google Shape;2557;p29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8" name="Google Shape;2558;p29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9" name="Google Shape;2559;p29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0" name="Google Shape;2560;p29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1" name="Google Shape;2561;p29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2" name="Google Shape;2562;p29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3" name="Google Shape;2563;p29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4" name="Google Shape;2564;p29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5" name="Google Shape;2565;p29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6" name="Google Shape;2566;p29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7" name="Google Shape;2567;p29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8" name="Google Shape;2568;p29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9" name="Google Shape;2569;p29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0" name="Google Shape;2570;p29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1" name="Google Shape;2571;p29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2" name="Google Shape;2572;p29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3" name="Google Shape;2573;p29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4" name="Google Shape;2574;p29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5" name="Google Shape;2575;p29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6" name="Google Shape;2576;p29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7" name="Google Shape;2577;p29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8" name="Google Shape;2578;p29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9" name="Google Shape;2579;p29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0" name="Google Shape;2580;p29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1" name="Google Shape;2581;p29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2" name="Google Shape;2582;p29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3" name="Google Shape;2583;p29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4" name="Google Shape;2584;p29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5" name="Google Shape;2585;p29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6" name="Google Shape;2586;p29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87" name="Google Shape;2587;p29"/>
          <p:cNvGrpSpPr/>
          <p:nvPr/>
        </p:nvGrpSpPr>
        <p:grpSpPr>
          <a:xfrm rot="5400000">
            <a:off x="85100" y="782825"/>
            <a:ext cx="98902" cy="553090"/>
            <a:chOff x="4898850" y="4820550"/>
            <a:chExt cx="98902" cy="553090"/>
          </a:xfrm>
        </p:grpSpPr>
        <p:sp>
          <p:nvSpPr>
            <p:cNvPr id="2588" name="Google Shape;2588;p29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9" name="Google Shape;2589;p29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0" name="Google Shape;2590;p29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1" name="Google Shape;2591;p29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2" name="Google Shape;2592;p29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3" name="Google Shape;2593;p29"/>
          <p:cNvGrpSpPr/>
          <p:nvPr/>
        </p:nvGrpSpPr>
        <p:grpSpPr>
          <a:xfrm>
            <a:off x="-1414555" y="1991929"/>
            <a:ext cx="2297800" cy="347400"/>
            <a:chOff x="-1414555" y="3058729"/>
            <a:chExt cx="2297800" cy="347400"/>
          </a:xfrm>
        </p:grpSpPr>
        <p:sp>
          <p:nvSpPr>
            <p:cNvPr id="2594" name="Google Shape;2594;p29"/>
            <p:cNvSpPr/>
            <p:nvPr/>
          </p:nvSpPr>
          <p:spPr>
            <a:xfrm>
              <a:off x="-1414555" y="33380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5" name="Google Shape;2595;p29"/>
            <p:cNvSpPr/>
            <p:nvPr/>
          </p:nvSpPr>
          <p:spPr>
            <a:xfrm>
              <a:off x="-1111455" y="3058729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96" name="Google Shape;2596;p29"/>
          <p:cNvGrpSpPr/>
          <p:nvPr/>
        </p:nvGrpSpPr>
        <p:grpSpPr>
          <a:xfrm flipH="1">
            <a:off x="-799254" y="3300805"/>
            <a:ext cx="1823016" cy="196994"/>
            <a:chOff x="7857346" y="4002005"/>
            <a:chExt cx="1823016" cy="196994"/>
          </a:xfrm>
        </p:grpSpPr>
        <p:sp>
          <p:nvSpPr>
            <p:cNvPr id="2597" name="Google Shape;2597;p29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8" name="Google Shape;2598;p29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9" name="Google Shape;2599;p29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00" name="Google Shape;2600;p29"/>
          <p:cNvSpPr/>
          <p:nvPr/>
        </p:nvSpPr>
        <p:spPr>
          <a:xfrm rot="5400000">
            <a:off x="8204801" y="-349430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1" name="Google Shape;2601;p29"/>
          <p:cNvSpPr/>
          <p:nvPr/>
        </p:nvSpPr>
        <p:spPr>
          <a:xfrm rot="10800000">
            <a:off x="7736612" y="4392838"/>
            <a:ext cx="586800" cy="1284425"/>
          </a:xfrm>
          <a:prstGeom prst="flowChartOffpageConnector">
            <a:avLst/>
          </a:prstGeom>
          <a:gradFill>
            <a:gsLst>
              <a:gs pos="0">
                <a:schemeClr val="accent4"/>
              </a:gs>
              <a:gs pos="100000">
                <a:schemeClr val="lt2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02" name="Google Shape;2602;p29"/>
          <p:cNvGrpSpPr/>
          <p:nvPr/>
        </p:nvGrpSpPr>
        <p:grpSpPr>
          <a:xfrm rot="5400000">
            <a:off x="8288664" y="2674962"/>
            <a:ext cx="883262" cy="242091"/>
            <a:chOff x="2300350" y="2601250"/>
            <a:chExt cx="2275275" cy="623625"/>
          </a:xfrm>
        </p:grpSpPr>
        <p:sp>
          <p:nvSpPr>
            <p:cNvPr id="2603" name="Google Shape;2603;p2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4" name="Google Shape;2604;p2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5" name="Google Shape;2605;p2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6" name="Google Shape;2606;p2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7" name="Google Shape;2607;p2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8" name="Google Shape;2608;p2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09" name="Google Shape;2609;p29"/>
          <p:cNvGrpSpPr/>
          <p:nvPr/>
        </p:nvGrpSpPr>
        <p:grpSpPr>
          <a:xfrm>
            <a:off x="8533046" y="-288388"/>
            <a:ext cx="302065" cy="1520982"/>
            <a:chOff x="-108754" y="2690919"/>
            <a:chExt cx="302065" cy="1520982"/>
          </a:xfrm>
        </p:grpSpPr>
        <p:sp>
          <p:nvSpPr>
            <p:cNvPr id="2610" name="Google Shape;2610;p29"/>
            <p:cNvSpPr/>
            <p:nvPr/>
          </p:nvSpPr>
          <p:spPr>
            <a:xfrm>
              <a:off x="-62388" y="2782841"/>
              <a:ext cx="209364" cy="1335580"/>
            </a:xfrm>
            <a:custGeom>
              <a:avLst/>
              <a:gdLst/>
              <a:ahLst/>
              <a:cxnLst/>
              <a:rect l="l" t="t" r="r" b="b"/>
              <a:pathLst>
                <a:path w="6719" h="42862" fill="none" extrusionOk="0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1" name="Google Shape;2611;p29"/>
            <p:cNvSpPr/>
            <p:nvPr/>
          </p:nvSpPr>
          <p:spPr>
            <a:xfrm>
              <a:off x="101358" y="2690919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2" name="Google Shape;2612;p29"/>
            <p:cNvSpPr/>
            <p:nvPr/>
          </p:nvSpPr>
          <p:spPr>
            <a:xfrm>
              <a:off x="125320" y="2714881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3" name="Google Shape;2613;p29"/>
            <p:cNvSpPr/>
            <p:nvPr/>
          </p:nvSpPr>
          <p:spPr>
            <a:xfrm>
              <a:off x="-108754" y="4119948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4" name="Google Shape;2614;p29"/>
            <p:cNvSpPr/>
            <p:nvPr/>
          </p:nvSpPr>
          <p:spPr>
            <a:xfrm>
              <a:off x="-84013" y="4144658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15" name="Google Shape;2615;p29"/>
          <p:cNvGrpSpPr/>
          <p:nvPr/>
        </p:nvGrpSpPr>
        <p:grpSpPr>
          <a:xfrm>
            <a:off x="1176957" y="-107958"/>
            <a:ext cx="1520982" cy="302065"/>
            <a:chOff x="5642557" y="-150670"/>
            <a:chExt cx="1520982" cy="302065"/>
          </a:xfrm>
        </p:grpSpPr>
        <p:sp>
          <p:nvSpPr>
            <p:cNvPr id="2616" name="Google Shape;2616;p29"/>
            <p:cNvSpPr/>
            <p:nvPr/>
          </p:nvSpPr>
          <p:spPr>
            <a:xfrm>
              <a:off x="5736006" y="-104304"/>
              <a:ext cx="1335611" cy="209364"/>
            </a:xfrm>
            <a:custGeom>
              <a:avLst/>
              <a:gdLst/>
              <a:ahLst/>
              <a:cxnLst/>
              <a:rect l="l" t="t" r="r" b="b"/>
              <a:pathLst>
                <a:path w="42863" h="6719" fill="none" extrusionOk="0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7" name="Google Shape;2617;p29"/>
            <p:cNvSpPr/>
            <p:nvPr/>
          </p:nvSpPr>
          <p:spPr>
            <a:xfrm>
              <a:off x="7071586" y="59442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8" name="Google Shape;2618;p29"/>
            <p:cNvSpPr/>
            <p:nvPr/>
          </p:nvSpPr>
          <p:spPr>
            <a:xfrm>
              <a:off x="7095517" y="84152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9" name="Google Shape;2619;p29"/>
            <p:cNvSpPr/>
            <p:nvPr/>
          </p:nvSpPr>
          <p:spPr>
            <a:xfrm>
              <a:off x="5642557" y="-150670"/>
              <a:ext cx="91953" cy="92732"/>
            </a:xfrm>
            <a:custGeom>
              <a:avLst/>
              <a:gdLst/>
              <a:ahLst/>
              <a:cxnLst/>
              <a:rect l="l" t="t" r="r" b="b"/>
              <a:pathLst>
                <a:path w="2951" h="2976" fill="none" extrusionOk="0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0" name="Google Shape;2620;p29"/>
            <p:cNvSpPr/>
            <p:nvPr/>
          </p:nvSpPr>
          <p:spPr>
            <a:xfrm>
              <a:off x="5666488" y="-125929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1" name="Google Shape;2621;p29"/>
          <p:cNvGrpSpPr/>
          <p:nvPr/>
        </p:nvGrpSpPr>
        <p:grpSpPr>
          <a:xfrm>
            <a:off x="6420895" y="-1455296"/>
            <a:ext cx="347400" cy="2297800"/>
            <a:chOff x="6420895" y="-1455296"/>
            <a:chExt cx="347400" cy="2297800"/>
          </a:xfrm>
        </p:grpSpPr>
        <p:sp>
          <p:nvSpPr>
            <p:cNvPr id="2622" name="Google Shape;2622;p29"/>
            <p:cNvSpPr/>
            <p:nvPr/>
          </p:nvSpPr>
          <p:spPr>
            <a:xfrm rot="5400000">
              <a:off x="5457595" y="-4919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3" name="Google Shape;2623;p29"/>
            <p:cNvSpPr/>
            <p:nvPr/>
          </p:nvSpPr>
          <p:spPr>
            <a:xfrm rot="5400000">
              <a:off x="5736895" y="-188896"/>
              <a:ext cx="1994700" cy="6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698631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24" name="Google Shape;2624;p29"/>
          <p:cNvGrpSpPr/>
          <p:nvPr/>
        </p:nvGrpSpPr>
        <p:grpSpPr>
          <a:xfrm>
            <a:off x="-222733" y="4310689"/>
            <a:ext cx="1507157" cy="586800"/>
            <a:chOff x="-222733" y="4310689"/>
            <a:chExt cx="1507157" cy="586800"/>
          </a:xfrm>
        </p:grpSpPr>
        <p:sp>
          <p:nvSpPr>
            <p:cNvPr id="2625" name="Google Shape;2625;p29"/>
            <p:cNvSpPr/>
            <p:nvPr/>
          </p:nvSpPr>
          <p:spPr>
            <a:xfrm rot="-5400000">
              <a:off x="348812" y="3961876"/>
              <a:ext cx="586800" cy="1284425"/>
            </a:xfrm>
            <a:prstGeom prst="flowChartOffpageConnector">
              <a:avLst/>
            </a:prstGeom>
            <a:gradFill>
              <a:gsLst>
                <a:gs pos="0">
                  <a:schemeClr val="accent4"/>
                </a:gs>
                <a:gs pos="100000">
                  <a:schemeClr val="l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626" name="Google Shape;2626;p29"/>
            <p:cNvGrpSpPr/>
            <p:nvPr/>
          </p:nvGrpSpPr>
          <p:grpSpPr>
            <a:xfrm>
              <a:off x="-222733" y="4537116"/>
              <a:ext cx="1105976" cy="133969"/>
              <a:chOff x="8183182" y="663852"/>
              <a:chExt cx="1475028" cy="178673"/>
            </a:xfrm>
          </p:grpSpPr>
          <p:grpSp>
            <p:nvGrpSpPr>
              <p:cNvPr id="2627" name="Google Shape;2627;p29"/>
              <p:cNvGrpSpPr/>
              <p:nvPr/>
            </p:nvGrpSpPr>
            <p:grpSpPr>
              <a:xfrm>
                <a:off x="8183182" y="774425"/>
                <a:ext cx="1178025" cy="68100"/>
                <a:chOff x="2024450" y="204150"/>
                <a:chExt cx="1178025" cy="68100"/>
              </a:xfrm>
            </p:grpSpPr>
            <p:sp>
              <p:nvSpPr>
                <p:cNvPr id="2628" name="Google Shape;2628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9" name="Google Shape;2629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0" name="Google Shape;2630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1" name="Google Shape;2631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2" name="Google Shape;2632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3" name="Google Shape;2633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4" name="Google Shape;2634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5" name="Google Shape;2635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6" name="Google Shape;2636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7" name="Google Shape;2637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638" name="Google Shape;2638;p29"/>
              <p:cNvGrpSpPr/>
              <p:nvPr/>
            </p:nvGrpSpPr>
            <p:grpSpPr>
              <a:xfrm>
                <a:off x="8480185" y="663852"/>
                <a:ext cx="1178025" cy="68100"/>
                <a:chOff x="2024450" y="204150"/>
                <a:chExt cx="1178025" cy="68100"/>
              </a:xfrm>
            </p:grpSpPr>
            <p:sp>
              <p:nvSpPr>
                <p:cNvPr id="2639" name="Google Shape;2639;p29"/>
                <p:cNvSpPr/>
                <p:nvPr/>
              </p:nvSpPr>
              <p:spPr>
                <a:xfrm>
                  <a:off x="20244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0" name="Google Shape;2640;p29"/>
                <p:cNvSpPr/>
                <p:nvPr/>
              </p:nvSpPr>
              <p:spPr>
                <a:xfrm>
                  <a:off x="21477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1" name="Google Shape;2641;p29"/>
                <p:cNvSpPr/>
                <p:nvPr/>
              </p:nvSpPr>
              <p:spPr>
                <a:xfrm>
                  <a:off x="22711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2" name="Google Shape;2642;p29"/>
                <p:cNvSpPr/>
                <p:nvPr/>
              </p:nvSpPr>
              <p:spPr>
                <a:xfrm>
                  <a:off x="23944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3" name="Google Shape;2643;p29"/>
                <p:cNvSpPr/>
                <p:nvPr/>
              </p:nvSpPr>
              <p:spPr>
                <a:xfrm>
                  <a:off x="25177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4" name="Google Shape;2644;p29"/>
                <p:cNvSpPr/>
                <p:nvPr/>
              </p:nvSpPr>
              <p:spPr>
                <a:xfrm>
                  <a:off x="26410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5" name="Google Shape;2645;p29"/>
                <p:cNvSpPr/>
                <p:nvPr/>
              </p:nvSpPr>
              <p:spPr>
                <a:xfrm>
                  <a:off x="276440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6" name="Google Shape;2646;p29"/>
                <p:cNvSpPr/>
                <p:nvPr/>
              </p:nvSpPr>
              <p:spPr>
                <a:xfrm>
                  <a:off x="288772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7" name="Google Shape;2647;p29"/>
                <p:cNvSpPr/>
                <p:nvPr/>
              </p:nvSpPr>
              <p:spPr>
                <a:xfrm>
                  <a:off x="3011050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8" name="Google Shape;2648;p29"/>
                <p:cNvSpPr/>
                <p:nvPr/>
              </p:nvSpPr>
              <p:spPr>
                <a:xfrm>
                  <a:off x="3134375" y="204150"/>
                  <a:ext cx="68100" cy="681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 1">
  <p:cSld name="BLANK_12_1">
    <p:spTree>
      <p:nvGrpSpPr>
        <p:cNvPr id="1" name="Shape 2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0" name="Google Shape;2650;p30"/>
          <p:cNvGrpSpPr/>
          <p:nvPr/>
        </p:nvGrpSpPr>
        <p:grpSpPr>
          <a:xfrm>
            <a:off x="-24" y="-27"/>
            <a:ext cx="9143711" cy="5143338"/>
            <a:chOff x="597550" y="708125"/>
            <a:chExt cx="6449225" cy="4193850"/>
          </a:xfrm>
        </p:grpSpPr>
        <p:sp>
          <p:nvSpPr>
            <p:cNvPr id="2651" name="Google Shape;2651;p30"/>
            <p:cNvSpPr/>
            <p:nvPr/>
          </p:nvSpPr>
          <p:spPr>
            <a:xfrm>
              <a:off x="597550" y="4893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2" name="Google Shape;2652;p30"/>
            <p:cNvSpPr/>
            <p:nvPr/>
          </p:nvSpPr>
          <p:spPr>
            <a:xfrm>
              <a:off x="597550" y="4780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3" name="Google Shape;2653;p30"/>
            <p:cNvSpPr/>
            <p:nvPr/>
          </p:nvSpPr>
          <p:spPr>
            <a:xfrm>
              <a:off x="597550" y="46671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4" name="Google Shape;2654;p30"/>
            <p:cNvSpPr/>
            <p:nvPr/>
          </p:nvSpPr>
          <p:spPr>
            <a:xfrm>
              <a:off x="597550" y="4553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5" name="Google Shape;2655;p30"/>
            <p:cNvSpPr/>
            <p:nvPr/>
          </p:nvSpPr>
          <p:spPr>
            <a:xfrm>
              <a:off x="597550" y="4441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6" name="Google Shape;2656;p30"/>
            <p:cNvSpPr/>
            <p:nvPr/>
          </p:nvSpPr>
          <p:spPr>
            <a:xfrm>
              <a:off x="597550" y="4328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7" name="Google Shape;2657;p30"/>
            <p:cNvSpPr/>
            <p:nvPr/>
          </p:nvSpPr>
          <p:spPr>
            <a:xfrm>
              <a:off x="597550" y="42150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8" name="Google Shape;2658;p30"/>
            <p:cNvSpPr/>
            <p:nvPr/>
          </p:nvSpPr>
          <p:spPr>
            <a:xfrm>
              <a:off x="597550" y="4101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9" name="Google Shape;2659;p30"/>
            <p:cNvSpPr/>
            <p:nvPr/>
          </p:nvSpPr>
          <p:spPr>
            <a:xfrm>
              <a:off x="597550" y="3988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0" name="Google Shape;2660;p30"/>
            <p:cNvSpPr/>
            <p:nvPr/>
          </p:nvSpPr>
          <p:spPr>
            <a:xfrm>
              <a:off x="597550" y="3875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1" name="Google Shape;2661;p30"/>
            <p:cNvSpPr/>
            <p:nvPr/>
          </p:nvSpPr>
          <p:spPr>
            <a:xfrm>
              <a:off x="597550" y="3762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2" name="Google Shape;2662;p30"/>
            <p:cNvSpPr/>
            <p:nvPr/>
          </p:nvSpPr>
          <p:spPr>
            <a:xfrm>
              <a:off x="597550" y="36496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3" name="Google Shape;2663;p30"/>
            <p:cNvSpPr/>
            <p:nvPr/>
          </p:nvSpPr>
          <p:spPr>
            <a:xfrm>
              <a:off x="597550" y="35364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4" name="Google Shape;2664;p30"/>
            <p:cNvSpPr/>
            <p:nvPr/>
          </p:nvSpPr>
          <p:spPr>
            <a:xfrm>
              <a:off x="597550" y="34232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5" name="Google Shape;2665;p30"/>
            <p:cNvSpPr/>
            <p:nvPr/>
          </p:nvSpPr>
          <p:spPr>
            <a:xfrm>
              <a:off x="597550" y="33100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6" name="Google Shape;2666;p30"/>
            <p:cNvSpPr/>
            <p:nvPr/>
          </p:nvSpPr>
          <p:spPr>
            <a:xfrm>
              <a:off x="597550" y="31967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7" name="Google Shape;2667;p30"/>
            <p:cNvSpPr/>
            <p:nvPr/>
          </p:nvSpPr>
          <p:spPr>
            <a:xfrm>
              <a:off x="597550" y="30835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8" name="Google Shape;2668;p30"/>
            <p:cNvSpPr/>
            <p:nvPr/>
          </p:nvSpPr>
          <p:spPr>
            <a:xfrm>
              <a:off x="597550" y="29703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9" name="Google Shape;2669;p30"/>
            <p:cNvSpPr/>
            <p:nvPr/>
          </p:nvSpPr>
          <p:spPr>
            <a:xfrm>
              <a:off x="597550" y="28578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0" name="Google Shape;2670;p30"/>
            <p:cNvSpPr/>
            <p:nvPr/>
          </p:nvSpPr>
          <p:spPr>
            <a:xfrm>
              <a:off x="597550" y="27446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1" name="Google Shape;2671;p30"/>
            <p:cNvSpPr/>
            <p:nvPr/>
          </p:nvSpPr>
          <p:spPr>
            <a:xfrm>
              <a:off x="597550" y="263140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2" name="Google Shape;2672;p30"/>
            <p:cNvSpPr/>
            <p:nvPr/>
          </p:nvSpPr>
          <p:spPr>
            <a:xfrm>
              <a:off x="597550" y="251817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3" name="Google Shape;2673;p30"/>
            <p:cNvSpPr/>
            <p:nvPr/>
          </p:nvSpPr>
          <p:spPr>
            <a:xfrm>
              <a:off x="597550" y="24049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4" name="Google Shape;2674;p30"/>
            <p:cNvSpPr/>
            <p:nvPr/>
          </p:nvSpPr>
          <p:spPr>
            <a:xfrm>
              <a:off x="597550" y="22917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5" name="Google Shape;2675;p30"/>
            <p:cNvSpPr/>
            <p:nvPr/>
          </p:nvSpPr>
          <p:spPr>
            <a:xfrm>
              <a:off x="597550" y="21792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6" name="Google Shape;2676;p30"/>
            <p:cNvSpPr/>
            <p:nvPr/>
          </p:nvSpPr>
          <p:spPr>
            <a:xfrm>
              <a:off x="597550" y="20660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7" name="Google Shape;2677;p30"/>
            <p:cNvSpPr/>
            <p:nvPr/>
          </p:nvSpPr>
          <p:spPr>
            <a:xfrm>
              <a:off x="597550" y="195282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8" name="Google Shape;2678;p30"/>
            <p:cNvSpPr/>
            <p:nvPr/>
          </p:nvSpPr>
          <p:spPr>
            <a:xfrm>
              <a:off x="597550" y="18396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9" name="Google Shape;2679;p30"/>
            <p:cNvSpPr/>
            <p:nvPr/>
          </p:nvSpPr>
          <p:spPr>
            <a:xfrm>
              <a:off x="597550" y="17263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0" name="Google Shape;2680;p30"/>
            <p:cNvSpPr/>
            <p:nvPr/>
          </p:nvSpPr>
          <p:spPr>
            <a:xfrm>
              <a:off x="597550" y="1613150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1" name="Google Shape;2681;p30"/>
            <p:cNvSpPr/>
            <p:nvPr/>
          </p:nvSpPr>
          <p:spPr>
            <a:xfrm>
              <a:off x="597550" y="1499925"/>
              <a:ext cx="6449225" cy="8400"/>
            </a:xfrm>
            <a:custGeom>
              <a:avLst/>
              <a:gdLst/>
              <a:ahLst/>
              <a:cxnLst/>
              <a:rect l="l" t="t" r="r" b="b"/>
              <a:pathLst>
                <a:path w="257969" h="336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2" name="Google Shape;2682;p30"/>
            <p:cNvSpPr/>
            <p:nvPr/>
          </p:nvSpPr>
          <p:spPr>
            <a:xfrm>
              <a:off x="597550" y="1387475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3" name="Google Shape;2683;p30"/>
            <p:cNvSpPr/>
            <p:nvPr/>
          </p:nvSpPr>
          <p:spPr>
            <a:xfrm>
              <a:off x="597550" y="1274250"/>
              <a:ext cx="6449225" cy="7625"/>
            </a:xfrm>
            <a:custGeom>
              <a:avLst/>
              <a:gdLst/>
              <a:ahLst/>
              <a:cxnLst/>
              <a:rect l="l" t="t" r="r" b="b"/>
              <a:pathLst>
                <a:path w="257969" h="30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4" name="Google Shape;2684;p30"/>
            <p:cNvSpPr/>
            <p:nvPr/>
          </p:nvSpPr>
          <p:spPr>
            <a:xfrm>
              <a:off x="597550" y="11610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5" name="Google Shape;2685;p30"/>
            <p:cNvSpPr/>
            <p:nvPr/>
          </p:nvSpPr>
          <p:spPr>
            <a:xfrm>
              <a:off x="597550" y="104780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6" name="Google Shape;2686;p30"/>
            <p:cNvSpPr/>
            <p:nvPr/>
          </p:nvSpPr>
          <p:spPr>
            <a:xfrm>
              <a:off x="597550" y="93457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7" name="Google Shape;2687;p30"/>
            <p:cNvSpPr/>
            <p:nvPr/>
          </p:nvSpPr>
          <p:spPr>
            <a:xfrm>
              <a:off x="597550" y="821350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8" name="Google Shape;2688;p30"/>
            <p:cNvSpPr/>
            <p:nvPr/>
          </p:nvSpPr>
          <p:spPr>
            <a:xfrm>
              <a:off x="597550" y="708125"/>
              <a:ext cx="6449225" cy="8375"/>
            </a:xfrm>
            <a:custGeom>
              <a:avLst/>
              <a:gdLst/>
              <a:ahLst/>
              <a:cxnLst/>
              <a:rect l="l" t="t" r="r" b="b"/>
              <a:pathLst>
                <a:path w="257969" h="335" extrusionOk="0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892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accent4"/>
            </a:gs>
            <a:gs pos="100000">
              <a:schemeClr val="dk1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 b="1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xo"/>
              <a:buNone/>
              <a:defRPr sz="3200">
                <a:solidFill>
                  <a:schemeClr val="lt1"/>
                </a:solidFill>
                <a:latin typeface="Exo"/>
                <a:ea typeface="Exo"/>
                <a:cs typeface="Exo"/>
                <a:sym typeface="Ex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87700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●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○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PT Sans"/>
              <a:buChar char="■"/>
              <a:defRPr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" name="Google Shape;2693;p31"/>
          <p:cNvSpPr txBox="1">
            <a:spLocks noGrp="1"/>
          </p:cNvSpPr>
          <p:nvPr>
            <p:ph type="subTitle" idx="1"/>
          </p:nvPr>
        </p:nvSpPr>
        <p:spPr>
          <a:xfrm>
            <a:off x="1675175" y="3403402"/>
            <a:ext cx="5793600" cy="93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Introducción, teoría, matemáticas, ejemplo en Python y taller práctico</a:t>
            </a:r>
            <a:endParaRPr/>
          </a:p>
        </p:txBody>
      </p:sp>
      <p:grpSp>
        <p:nvGrpSpPr>
          <p:cNvPr id="2694" name="Google Shape;2694;p31"/>
          <p:cNvGrpSpPr/>
          <p:nvPr/>
        </p:nvGrpSpPr>
        <p:grpSpPr>
          <a:xfrm rot="10800000">
            <a:off x="2130739" y="4336003"/>
            <a:ext cx="883262" cy="242091"/>
            <a:chOff x="2300350" y="2601250"/>
            <a:chExt cx="2275275" cy="623625"/>
          </a:xfrm>
        </p:grpSpPr>
        <p:sp>
          <p:nvSpPr>
            <p:cNvPr id="2695" name="Google Shape;2695;p3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6" name="Google Shape;2696;p3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7" name="Google Shape;2697;p3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8" name="Google Shape;2698;p3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9" name="Google Shape;2699;p3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0" name="Google Shape;2700;p3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1" name="Google Shape;2701;p31"/>
          <p:cNvGrpSpPr/>
          <p:nvPr/>
        </p:nvGrpSpPr>
        <p:grpSpPr>
          <a:xfrm rot="-5400000" flipH="1">
            <a:off x="3660496" y="4881980"/>
            <a:ext cx="1823016" cy="296643"/>
            <a:chOff x="7857346" y="3902355"/>
            <a:chExt cx="1823016" cy="296643"/>
          </a:xfrm>
        </p:grpSpPr>
        <p:sp>
          <p:nvSpPr>
            <p:cNvPr id="2702" name="Google Shape;2702;p31"/>
            <p:cNvSpPr/>
            <p:nvPr/>
          </p:nvSpPr>
          <p:spPr>
            <a:xfrm>
              <a:off x="7956216" y="4048371"/>
              <a:ext cx="1724145" cy="150627"/>
            </a:xfrm>
            <a:custGeom>
              <a:avLst/>
              <a:gdLst/>
              <a:ahLst/>
              <a:cxnLst/>
              <a:rect l="l" t="t" r="r" b="b"/>
              <a:pathLst>
                <a:path w="55332" h="4834" fill="none" extrusionOk="0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3" name="Google Shape;2703;p31"/>
            <p:cNvSpPr/>
            <p:nvPr/>
          </p:nvSpPr>
          <p:spPr>
            <a:xfrm>
              <a:off x="8453686" y="390235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4" name="Google Shape;2704;p31"/>
            <p:cNvSpPr/>
            <p:nvPr/>
          </p:nvSpPr>
          <p:spPr>
            <a:xfrm>
              <a:off x="8478396" y="3927096"/>
              <a:ext cx="43281" cy="42502"/>
            </a:xfrm>
            <a:custGeom>
              <a:avLst/>
              <a:gdLst/>
              <a:ahLst/>
              <a:cxnLst/>
              <a:rect l="l" t="t" r="r" b="b"/>
              <a:pathLst>
                <a:path w="1389" h="1364" extrusionOk="0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5" name="Google Shape;2705;p31"/>
            <p:cNvSpPr/>
            <p:nvPr/>
          </p:nvSpPr>
          <p:spPr>
            <a:xfrm>
              <a:off x="7857346" y="4002005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6" name="Google Shape;2706;p31"/>
            <p:cNvSpPr/>
            <p:nvPr/>
          </p:nvSpPr>
          <p:spPr>
            <a:xfrm>
              <a:off x="7882087" y="4026715"/>
              <a:ext cx="43281" cy="42533"/>
            </a:xfrm>
            <a:custGeom>
              <a:avLst/>
              <a:gdLst/>
              <a:ahLst/>
              <a:cxnLst/>
              <a:rect l="l" t="t" r="r" b="b"/>
              <a:pathLst>
                <a:path w="1389" h="1365" extrusionOk="0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7" name="Google Shape;2707;p31"/>
            <p:cNvSpPr/>
            <p:nvPr/>
          </p:nvSpPr>
          <p:spPr>
            <a:xfrm>
              <a:off x="8545608" y="3948721"/>
              <a:ext cx="1134754" cy="175368"/>
            </a:xfrm>
            <a:custGeom>
              <a:avLst/>
              <a:gdLst/>
              <a:ahLst/>
              <a:cxnLst/>
              <a:rect l="l" t="t" r="r" b="b"/>
              <a:pathLst>
                <a:path w="36417" h="5628" fill="none" extrusionOk="0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08" name="Google Shape;2708;p31"/>
          <p:cNvGrpSpPr/>
          <p:nvPr/>
        </p:nvGrpSpPr>
        <p:grpSpPr>
          <a:xfrm rot="5400000">
            <a:off x="2421400" y="552075"/>
            <a:ext cx="98902" cy="553090"/>
            <a:chOff x="4898850" y="4820550"/>
            <a:chExt cx="98902" cy="553090"/>
          </a:xfrm>
        </p:grpSpPr>
        <p:sp>
          <p:nvSpPr>
            <p:cNvPr id="2709" name="Google Shape;2709;p31"/>
            <p:cNvSpPr/>
            <p:nvPr/>
          </p:nvSpPr>
          <p:spPr>
            <a:xfrm>
              <a:off x="4898850" y="4820550"/>
              <a:ext cx="98902" cy="98902"/>
            </a:xfrm>
            <a:custGeom>
              <a:avLst/>
              <a:gdLst/>
              <a:ahLst/>
              <a:cxnLst/>
              <a:rect l="l" t="t" r="r" b="b"/>
              <a:pathLst>
                <a:path w="3174" h="3174" fill="none" extrusionOk="0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0" name="Google Shape;2710;p31"/>
            <p:cNvSpPr/>
            <p:nvPr/>
          </p:nvSpPr>
          <p:spPr>
            <a:xfrm>
              <a:off x="4924339" y="4847971"/>
              <a:ext cx="46366" cy="43094"/>
            </a:xfrm>
            <a:custGeom>
              <a:avLst/>
              <a:gdLst/>
              <a:ahLst/>
              <a:cxnLst/>
              <a:rect l="l" t="t" r="r" b="b"/>
              <a:pathLst>
                <a:path w="1488" h="1383" extrusionOk="0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1" name="Google Shape;2711;p31"/>
            <p:cNvSpPr/>
            <p:nvPr/>
          </p:nvSpPr>
          <p:spPr>
            <a:xfrm>
              <a:off x="4901935" y="5281687"/>
              <a:ext cx="91953" cy="91953"/>
            </a:xfrm>
            <a:custGeom>
              <a:avLst/>
              <a:gdLst/>
              <a:ahLst/>
              <a:cxnLst/>
              <a:rect l="l" t="t" r="r" b="b"/>
              <a:pathLst>
                <a:path w="2951" h="2951" fill="none" extrusionOk="0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2" name="Google Shape;2712;p31"/>
            <p:cNvSpPr/>
            <p:nvPr/>
          </p:nvSpPr>
          <p:spPr>
            <a:xfrm>
              <a:off x="4925866" y="5306428"/>
              <a:ext cx="43281" cy="43281"/>
            </a:xfrm>
            <a:custGeom>
              <a:avLst/>
              <a:gdLst/>
              <a:ahLst/>
              <a:cxnLst/>
              <a:rect l="l" t="t" r="r" b="b"/>
              <a:pathLst>
                <a:path w="1389" h="1389" extrusionOk="0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3" name="Google Shape;2713;p31"/>
            <p:cNvSpPr/>
            <p:nvPr/>
          </p:nvSpPr>
          <p:spPr>
            <a:xfrm>
              <a:off x="4942100" y="4917862"/>
              <a:ext cx="31" cy="358465"/>
            </a:xfrm>
            <a:custGeom>
              <a:avLst/>
              <a:gdLst/>
              <a:ahLst/>
              <a:cxnLst/>
              <a:rect l="l" t="t" r="r" b="b"/>
              <a:pathLst>
                <a:path w="1" h="11504" fill="none" extrusionOk="0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14" name="Google Shape;2714;p31"/>
          <p:cNvGrpSpPr/>
          <p:nvPr/>
        </p:nvGrpSpPr>
        <p:grpSpPr>
          <a:xfrm>
            <a:off x="4505167" y="564628"/>
            <a:ext cx="1105976" cy="133969"/>
            <a:chOff x="8183182" y="663852"/>
            <a:chExt cx="1475028" cy="178673"/>
          </a:xfrm>
        </p:grpSpPr>
        <p:grpSp>
          <p:nvGrpSpPr>
            <p:cNvPr id="2715" name="Google Shape;2715;p31"/>
            <p:cNvGrpSpPr/>
            <p:nvPr/>
          </p:nvGrpSpPr>
          <p:grpSpPr>
            <a:xfrm>
              <a:off x="8183182" y="774425"/>
              <a:ext cx="1178025" cy="68100"/>
              <a:chOff x="2024450" y="204150"/>
              <a:chExt cx="1178025" cy="68100"/>
            </a:xfrm>
          </p:grpSpPr>
          <p:sp>
            <p:nvSpPr>
              <p:cNvPr id="2716" name="Google Shape;2716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Google Shape;2717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Google Shape;2718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Google Shape;2719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Google Shape;2720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Google Shape;2721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Google Shape;2722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Google Shape;2723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Google Shape;2724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Google Shape;2725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26" name="Google Shape;2726;p31"/>
            <p:cNvGrpSpPr/>
            <p:nvPr/>
          </p:nvGrpSpPr>
          <p:grpSpPr>
            <a:xfrm>
              <a:off x="8480185" y="663852"/>
              <a:ext cx="1178025" cy="68100"/>
              <a:chOff x="2024450" y="204150"/>
              <a:chExt cx="1178025" cy="68100"/>
            </a:xfrm>
          </p:grpSpPr>
          <p:sp>
            <p:nvSpPr>
              <p:cNvPr id="2727" name="Google Shape;2727;p31"/>
              <p:cNvSpPr/>
              <p:nvPr/>
            </p:nvSpPr>
            <p:spPr>
              <a:xfrm>
                <a:off x="20244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Google Shape;2728;p31"/>
              <p:cNvSpPr/>
              <p:nvPr/>
            </p:nvSpPr>
            <p:spPr>
              <a:xfrm>
                <a:off x="21477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Google Shape;2729;p31"/>
              <p:cNvSpPr/>
              <p:nvPr/>
            </p:nvSpPr>
            <p:spPr>
              <a:xfrm>
                <a:off x="22711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Google Shape;2730;p31"/>
              <p:cNvSpPr/>
              <p:nvPr/>
            </p:nvSpPr>
            <p:spPr>
              <a:xfrm>
                <a:off x="23944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Google Shape;2731;p31"/>
              <p:cNvSpPr/>
              <p:nvPr/>
            </p:nvSpPr>
            <p:spPr>
              <a:xfrm>
                <a:off x="25177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Google Shape;2732;p31"/>
              <p:cNvSpPr/>
              <p:nvPr/>
            </p:nvSpPr>
            <p:spPr>
              <a:xfrm>
                <a:off x="26410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Google Shape;2733;p31"/>
              <p:cNvSpPr/>
              <p:nvPr/>
            </p:nvSpPr>
            <p:spPr>
              <a:xfrm>
                <a:off x="276440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Google Shape;2734;p31"/>
              <p:cNvSpPr/>
              <p:nvPr/>
            </p:nvSpPr>
            <p:spPr>
              <a:xfrm>
                <a:off x="288772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Google Shape;2735;p31"/>
              <p:cNvSpPr/>
              <p:nvPr/>
            </p:nvSpPr>
            <p:spPr>
              <a:xfrm>
                <a:off x="3011050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Google Shape;2736;p31"/>
              <p:cNvSpPr/>
              <p:nvPr/>
            </p:nvSpPr>
            <p:spPr>
              <a:xfrm>
                <a:off x="3134375" y="204150"/>
                <a:ext cx="68100" cy="681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37" name="Google Shape;2737;p31"/>
          <p:cNvGrpSpPr/>
          <p:nvPr/>
        </p:nvGrpSpPr>
        <p:grpSpPr>
          <a:xfrm>
            <a:off x="5447301" y="4536119"/>
            <a:ext cx="1252897" cy="51000"/>
            <a:chOff x="2915381" y="4104819"/>
            <a:chExt cx="1252897" cy="51000"/>
          </a:xfrm>
        </p:grpSpPr>
        <p:sp>
          <p:nvSpPr>
            <p:cNvPr id="2738" name="Google Shape;2738;p31"/>
            <p:cNvSpPr/>
            <p:nvPr/>
          </p:nvSpPr>
          <p:spPr>
            <a:xfrm>
              <a:off x="2915381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9" name="Google Shape;2739;p31"/>
            <p:cNvSpPr/>
            <p:nvPr/>
          </p:nvSpPr>
          <p:spPr>
            <a:xfrm>
              <a:off x="3007850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0" name="Google Shape;2740;p31"/>
            <p:cNvSpPr/>
            <p:nvPr/>
          </p:nvSpPr>
          <p:spPr>
            <a:xfrm>
              <a:off x="3100319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1" name="Google Shape;2741;p31"/>
            <p:cNvSpPr/>
            <p:nvPr/>
          </p:nvSpPr>
          <p:spPr>
            <a:xfrm>
              <a:off x="3192788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2" name="Google Shape;2742;p31"/>
            <p:cNvSpPr/>
            <p:nvPr/>
          </p:nvSpPr>
          <p:spPr>
            <a:xfrm>
              <a:off x="328525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3" name="Google Shape;2743;p31"/>
            <p:cNvSpPr/>
            <p:nvPr/>
          </p:nvSpPr>
          <p:spPr>
            <a:xfrm>
              <a:off x="3377726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4" name="Google Shape;2744;p31"/>
            <p:cNvSpPr/>
            <p:nvPr/>
          </p:nvSpPr>
          <p:spPr>
            <a:xfrm>
              <a:off x="3470195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5" name="Google Shape;2745;p31"/>
            <p:cNvSpPr/>
            <p:nvPr/>
          </p:nvSpPr>
          <p:spPr>
            <a:xfrm>
              <a:off x="3562664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6" name="Google Shape;2746;p31"/>
            <p:cNvSpPr/>
            <p:nvPr/>
          </p:nvSpPr>
          <p:spPr>
            <a:xfrm>
              <a:off x="3655133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7" name="Google Shape;2747;p31"/>
            <p:cNvSpPr/>
            <p:nvPr/>
          </p:nvSpPr>
          <p:spPr>
            <a:xfrm>
              <a:off x="3747602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8" name="Google Shape;2748;p31"/>
            <p:cNvSpPr/>
            <p:nvPr/>
          </p:nvSpPr>
          <p:spPr>
            <a:xfrm>
              <a:off x="38400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9" name="Google Shape;2749;p31"/>
            <p:cNvSpPr/>
            <p:nvPr/>
          </p:nvSpPr>
          <p:spPr>
            <a:xfrm>
              <a:off x="39324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0" name="Google Shape;2750;p31"/>
            <p:cNvSpPr/>
            <p:nvPr/>
          </p:nvSpPr>
          <p:spPr>
            <a:xfrm>
              <a:off x="40248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1" name="Google Shape;2751;p31"/>
            <p:cNvSpPr/>
            <p:nvPr/>
          </p:nvSpPr>
          <p:spPr>
            <a:xfrm>
              <a:off x="4117277" y="41048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52" name="Google Shape;2752;p31"/>
          <p:cNvSpPr txBox="1">
            <a:spLocks noGrp="1"/>
          </p:cNvSpPr>
          <p:nvPr>
            <p:ph type="ctrTitle"/>
          </p:nvPr>
        </p:nvSpPr>
        <p:spPr>
          <a:xfrm>
            <a:off x="766050" y="1132125"/>
            <a:ext cx="7592100" cy="19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PT Sans"/>
                <a:ea typeface="PT Sans"/>
                <a:cs typeface="PT Sans"/>
                <a:sym typeface="PT Sans"/>
              </a:rPr>
              <a:t>Minería de Texto para Análisis de Datos</a:t>
            </a:r>
            <a:endParaRPr sz="6000">
              <a:latin typeface="PT Sans"/>
              <a:ea typeface="PT Sans"/>
              <a:cs typeface="PT Sans"/>
              <a:sym typeface="P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7" name="Google Shape;2757;p3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¿Qué es la Minería de Texto?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58" name="Google Shape;2758;p3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minería de texto es el proceso de extraer información útil y conocimiento a partir de datos textuales no estructurados mediante técnicas de procesamiento de lenguaje natural y análisis estadístico.</a:t>
            </a:r>
            <a:endParaRPr sz="2400"/>
          </a:p>
        </p:txBody>
      </p:sp>
      <p:grpSp>
        <p:nvGrpSpPr>
          <p:cNvPr id="2759" name="Google Shape;2759;p3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60" name="Google Shape;2760;p3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1" name="Google Shape;2761;p3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2" name="Google Shape;2762;p3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3" name="Google Shape;2763;p3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4" name="Google Shape;2764;p3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5" name="Google Shape;2765;p3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0" name="Google Shape;2770;p3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Importancia en el Análisis de Datos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71" name="Google Shape;2771;p3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Los datos textuales representan una gran parte de la información disponible. La minería de texto permite transformar estos datos en insights valiosos para la toma de decisiones.</a:t>
            </a:r>
            <a:endParaRPr sz="2400"/>
          </a:p>
        </p:txBody>
      </p:sp>
      <p:grpSp>
        <p:nvGrpSpPr>
          <p:cNvPr id="2772" name="Google Shape;2772;p3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73" name="Google Shape;2773;p3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4" name="Google Shape;2774;p3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5" name="Google Shape;2775;p3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6" name="Google Shape;2776;p3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7" name="Google Shape;2777;p3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8" name="Google Shape;2778;p3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3" name="Google Shape;2783;p3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Pasos Básicos en Minería de Texto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84" name="Google Shape;2784;p3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Recolección de datos textuales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Preprocesamiento (limpieza, tokenización)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Representación matemática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Análisis e interpretación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5. Visualización y reporte</a:t>
            </a:r>
            <a:endParaRPr sz="2400"/>
          </a:p>
        </p:txBody>
      </p:sp>
      <p:grpSp>
        <p:nvGrpSpPr>
          <p:cNvPr id="2785" name="Google Shape;2785;p3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86" name="Google Shape;2786;p3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7" name="Google Shape;2787;p3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8" name="Google Shape;2788;p3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9" name="Google Shape;2789;p3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0" name="Google Shape;2790;p3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1" name="Google Shape;2791;p3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6" name="Google Shape;2796;p3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Preprocesamiento de Texto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797" name="Google Shape;2797;p3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Consiste en eliminar ruido (puntuación, números), convertir a minúsculas, eliminar palabras vacías (stopwords) y tokenizar el texto en palabras o frases para facilitar su análisis.</a:t>
            </a:r>
            <a:endParaRPr sz="2400"/>
          </a:p>
        </p:txBody>
      </p:sp>
      <p:grpSp>
        <p:nvGrpSpPr>
          <p:cNvPr id="2798" name="Google Shape;2798;p3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799" name="Google Shape;2799;p3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0" name="Google Shape;2800;p3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1" name="Google Shape;2801;p3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2" name="Google Shape;2802;p3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3" name="Google Shape;2803;p3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4" name="Google Shape;2804;p3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9" name="Google Shape;2809;p36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Representación Matemática: Bolsa de Palabras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10" name="Google Shape;2810;p36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Transforma textos en vectores donde cada dimensión representa una palabra y su valor la frecuencia. Por ejemplo, un documento se representa como un vector de frecuencias de palabras.</a:t>
            </a:r>
            <a:endParaRPr sz="2400"/>
          </a:p>
        </p:txBody>
      </p:sp>
      <p:grpSp>
        <p:nvGrpSpPr>
          <p:cNvPr id="2811" name="Google Shape;2811;p36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12" name="Google Shape;2812;p36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3" name="Google Shape;2813;p36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4" name="Google Shape;2814;p36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5" name="Google Shape;2815;p36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6" name="Google Shape;2816;p36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7" name="Google Shape;2817;p36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2" name="Google Shape;2822;p37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Medidas Matemáticas Comunes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23" name="Google Shape;2823;p37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Frecuencia de término (TF): cuántas veces aparece una palabra.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Frecuencia inversa de documento (IDF): mide importancia reduciendo peso a palabras comunes.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TF-IDF: combinación que refleja importancia relativa.</a:t>
            </a:r>
            <a:endParaRPr sz="2400"/>
          </a:p>
        </p:txBody>
      </p:sp>
      <p:grpSp>
        <p:nvGrpSpPr>
          <p:cNvPr id="2824" name="Google Shape;2824;p37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25" name="Google Shape;2825;p37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6" name="Google Shape;2826;p37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7" name="Google Shape;2827;p37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8" name="Google Shape;2828;p37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9" name="Google Shape;2829;p37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0" name="Google Shape;2830;p37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5" name="Google Shape;2835;p38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Fórmula TF-IDF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36" name="Google Shape;2836;p38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TF-IDF(t,d) = TF(t,d) * log(N / DF(t))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t: término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d: documento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N: total de documentos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- DF(t): documentos que contienen t</a:t>
            </a:r>
            <a:endParaRPr sz="2400"/>
          </a:p>
        </p:txBody>
      </p:sp>
      <p:grpSp>
        <p:nvGrpSpPr>
          <p:cNvPr id="2837" name="Google Shape;2837;p38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38" name="Google Shape;2838;p38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9" name="Google Shape;2839;p38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0" name="Google Shape;2840;p38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1" name="Google Shape;2841;p38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2" name="Google Shape;2842;p38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3" name="Google Shape;2843;p38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8" name="Google Shape;2848;p39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Ejemplo Sencillo: Análisis de Tweets en Python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49" name="Google Shape;2849;p39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Muestra cómo calcular TF-IDF para un conjunto pequeño de textos usando Python con sklearn para simplificar la implementación.</a:t>
            </a:r>
            <a:endParaRPr sz="2400"/>
          </a:p>
        </p:txBody>
      </p:sp>
      <p:grpSp>
        <p:nvGrpSpPr>
          <p:cNvPr id="2850" name="Google Shape;2850;p39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51" name="Google Shape;2851;p39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2" name="Google Shape;2852;p39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3" name="Google Shape;2853;p39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4" name="Google Shape;2854;p39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5" name="Google Shape;2855;p39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6" name="Google Shape;2856;p39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1" name="Google Shape;2861;p40"/>
          <p:cNvSpPr txBox="1">
            <a:spLocks noGrp="1"/>
          </p:cNvSpPr>
          <p:nvPr>
            <p:ph type="title"/>
          </p:nvPr>
        </p:nvSpPr>
        <p:spPr>
          <a:xfrm>
            <a:off x="713100" y="23867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latin typeface="PT Sans"/>
                <a:ea typeface="PT Sans"/>
                <a:cs typeface="PT Sans"/>
                <a:sym typeface="PT Sans"/>
              </a:rPr>
              <a:t>Código Python para TF-IDF</a:t>
            </a:r>
            <a:endParaRPr sz="3600" dirty="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62" name="Google Shape;2862;p40"/>
          <p:cNvSpPr txBox="1">
            <a:spLocks noGrp="1"/>
          </p:cNvSpPr>
          <p:nvPr>
            <p:ph type="body" idx="1"/>
          </p:nvPr>
        </p:nvSpPr>
        <p:spPr>
          <a:xfrm>
            <a:off x="781500" y="1111169"/>
            <a:ext cx="7717800" cy="39238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from sklearn.feature_extraction.text import TfidfVectorizer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docs = [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    'Minería de texto es útil',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    'Analizamos datos con minería de texto',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    'Python facilita la minería de datos']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vectorizer = TfidfVectorizer()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X = vectorizer.fit_transform(docs)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print(vectorizer.get_feature_names_out())</a:t>
            </a:r>
            <a:endParaRPr sz="2000" dirty="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dirty="0"/>
              <a:t>print(X.toarray())</a:t>
            </a:r>
            <a:endParaRPr sz="2000" dirty="0"/>
          </a:p>
        </p:txBody>
      </p:sp>
      <p:grpSp>
        <p:nvGrpSpPr>
          <p:cNvPr id="2863" name="Google Shape;2863;p40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64" name="Google Shape;2864;p40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5" name="Google Shape;2865;p40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6" name="Google Shape;2866;p40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7" name="Google Shape;2867;p40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8" name="Google Shape;2868;p40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9" name="Google Shape;2869;p40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4" name="Google Shape;2874;p41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Ejecutando el Código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75" name="Google Shape;2875;p41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Copien y peguen el código en un entorno Python. Observarán la matriz TF-IDF donde cada fila es un documento y cada columna una palabra con su peso correspondiente.</a:t>
            </a:r>
            <a:endParaRPr sz="2400"/>
          </a:p>
        </p:txBody>
      </p:sp>
      <p:grpSp>
        <p:nvGrpSpPr>
          <p:cNvPr id="2876" name="Google Shape;2876;p41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77" name="Google Shape;2877;p41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8" name="Google Shape;2878;p41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9" name="Google Shape;2879;p41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0" name="Google Shape;2880;p41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1" name="Google Shape;2881;p41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2" name="Google Shape;2882;p41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" name="Google Shape;2887;p42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Interpretación de Resultados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888" name="Google Shape;2888;p42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Los valores mayores indican mayor relevancia de la palabra en ese documento específico, ayudando a identificar términos clave para análisis posteriores.</a:t>
            </a:r>
            <a:endParaRPr sz="2400"/>
          </a:p>
        </p:txBody>
      </p:sp>
      <p:grpSp>
        <p:nvGrpSpPr>
          <p:cNvPr id="2889" name="Google Shape;2889;p42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890" name="Google Shape;2890;p42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1" name="Google Shape;2891;p42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2" name="Google Shape;2892;p42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3" name="Google Shape;2893;p42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4" name="Google Shape;2894;p42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5" name="Google Shape;2895;p42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0" name="Google Shape;2900;p43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Taller Práctico: Construye tu Analizador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01" name="Google Shape;2901;p43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1. Recolecta 5 frases cortas sobre un tema.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2. Aplica preprocesamiento: minúsculas y eliminación de signos.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3. Usa el código dado para obtener TF-IDF.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4. Interpreta los términos más importantes.</a:t>
            </a:r>
            <a:endParaRPr sz="2400"/>
          </a:p>
        </p:txBody>
      </p:sp>
      <p:grpSp>
        <p:nvGrpSpPr>
          <p:cNvPr id="2902" name="Google Shape;2902;p43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03" name="Google Shape;2903;p43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4" name="Google Shape;2904;p43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5" name="Google Shape;2905;p43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6" name="Google Shape;2906;p43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7" name="Google Shape;2907;p43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8" name="Google Shape;2908;p43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44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Sugerencias para el Taller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14" name="Google Shape;2914;p44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Puedes modificar las frases para ver cómo varían los pesos TF-IDF, probar con otras técnicas o usar diferentes conjuntos de palabras para entender mejor el proceso.</a:t>
            </a:r>
            <a:endParaRPr sz="2400"/>
          </a:p>
        </p:txBody>
      </p:sp>
      <p:grpSp>
        <p:nvGrpSpPr>
          <p:cNvPr id="2915" name="Google Shape;2915;p44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16" name="Google Shape;2916;p44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7" name="Google Shape;2917;p44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8" name="Google Shape;2918;p44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9" name="Google Shape;2919;p44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0" name="Google Shape;2920;p44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1" name="Google Shape;2921;p44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45"/>
          <p:cNvSpPr txBox="1">
            <a:spLocks noGrp="1"/>
          </p:cNvSpPr>
          <p:nvPr>
            <p:ph type="title"/>
          </p:nvPr>
        </p:nvSpPr>
        <p:spPr>
          <a:xfrm>
            <a:off x="713100" y="451425"/>
            <a:ext cx="7717800" cy="752400"/>
          </a:xfrm>
          <a:prstGeom prst="rect">
            <a:avLst/>
          </a:prstGeom>
          <a:effectLst>
            <a:outerShdw blurRad="142875" algn="bl" rotWithShape="0">
              <a:schemeClr val="accent2">
                <a:alpha val="4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T Sans"/>
                <a:ea typeface="PT Sans"/>
                <a:cs typeface="PT Sans"/>
                <a:sym typeface="PT Sans"/>
              </a:rPr>
              <a:t>Conclusiones Finales</a:t>
            </a:r>
            <a:endParaRPr sz="3600">
              <a:latin typeface="PT Sans"/>
              <a:ea typeface="PT Sans"/>
              <a:cs typeface="PT Sans"/>
              <a:sym typeface="PT Sans"/>
            </a:endParaRPr>
          </a:p>
        </p:txBody>
      </p:sp>
      <p:sp>
        <p:nvSpPr>
          <p:cNvPr id="2927" name="Google Shape;2927;p45"/>
          <p:cNvSpPr txBox="1">
            <a:spLocks noGrp="1"/>
          </p:cNvSpPr>
          <p:nvPr>
            <p:ph type="body" idx="1"/>
          </p:nvPr>
        </p:nvSpPr>
        <p:spPr>
          <a:xfrm>
            <a:off x="781500" y="1586825"/>
            <a:ext cx="7717800" cy="29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/>
              <a:t>La minería de texto es una herramienta poderosa para transformar datos no estructurados en información valiosa. Con conceptos matemáticos como TF-IDF y herramientas prácticas como Python, podemos realizar análisis efectivos y aplicables en diversas áreas.</a:t>
            </a:r>
            <a:endParaRPr sz="2400"/>
          </a:p>
        </p:txBody>
      </p:sp>
      <p:grpSp>
        <p:nvGrpSpPr>
          <p:cNvPr id="2928" name="Google Shape;2928;p45"/>
          <p:cNvGrpSpPr/>
          <p:nvPr/>
        </p:nvGrpSpPr>
        <p:grpSpPr>
          <a:xfrm>
            <a:off x="6976014" y="4286398"/>
            <a:ext cx="883262" cy="242091"/>
            <a:chOff x="2300350" y="2601250"/>
            <a:chExt cx="2275275" cy="623625"/>
          </a:xfrm>
        </p:grpSpPr>
        <p:sp>
          <p:nvSpPr>
            <p:cNvPr id="2929" name="Google Shape;2929;p45"/>
            <p:cNvSpPr/>
            <p:nvPr/>
          </p:nvSpPr>
          <p:spPr>
            <a:xfrm>
              <a:off x="2300350" y="2601250"/>
              <a:ext cx="392100" cy="623625"/>
            </a:xfrm>
            <a:custGeom>
              <a:avLst/>
              <a:gdLst/>
              <a:ahLst/>
              <a:cxnLst/>
              <a:rect l="l" t="t" r="r" b="b"/>
              <a:pathLst>
                <a:path w="15684" h="24945" extrusionOk="0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0" name="Google Shape;2930;p45"/>
            <p:cNvSpPr/>
            <p:nvPr/>
          </p:nvSpPr>
          <p:spPr>
            <a:xfrm>
              <a:off x="2680075" y="2601250"/>
              <a:ext cx="389025" cy="623625"/>
            </a:xfrm>
            <a:custGeom>
              <a:avLst/>
              <a:gdLst/>
              <a:ahLst/>
              <a:cxnLst/>
              <a:rect l="l" t="t" r="r" b="b"/>
              <a:pathLst>
                <a:path w="15561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1" name="Google Shape;2931;p45"/>
            <p:cNvSpPr/>
            <p:nvPr/>
          </p:nvSpPr>
          <p:spPr>
            <a:xfrm>
              <a:off x="30567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2" name="Google Shape;2932;p45"/>
            <p:cNvSpPr/>
            <p:nvPr/>
          </p:nvSpPr>
          <p:spPr>
            <a:xfrm>
              <a:off x="343335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3" name="Google Shape;2933;p45"/>
            <p:cNvSpPr/>
            <p:nvPr/>
          </p:nvSpPr>
          <p:spPr>
            <a:xfrm>
              <a:off x="3810000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4" name="Google Shape;2934;p45"/>
            <p:cNvSpPr/>
            <p:nvPr/>
          </p:nvSpPr>
          <p:spPr>
            <a:xfrm>
              <a:off x="4186625" y="2601250"/>
              <a:ext cx="389000" cy="623625"/>
            </a:xfrm>
            <a:custGeom>
              <a:avLst/>
              <a:gdLst/>
              <a:ahLst/>
              <a:cxnLst/>
              <a:rect l="l" t="t" r="r" b="b"/>
              <a:pathLst>
                <a:path w="15560" h="24945" extrusionOk="0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</Words>
  <Application>Microsoft Office PowerPoint</Application>
  <PresentationFormat>Presentación en pantalla (16:9)</PresentationFormat>
  <Paragraphs>51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Roboto Condensed Light</vt:lpstr>
      <vt:lpstr>PT Sans</vt:lpstr>
      <vt:lpstr>Exo</vt:lpstr>
      <vt:lpstr>Arial</vt:lpstr>
      <vt:lpstr>Data Center Business Plan by Slidesgo</vt:lpstr>
      <vt:lpstr>Minería de Texto para Análisis de Datos</vt:lpstr>
      <vt:lpstr>¿Qué es la Minería de Texto?</vt:lpstr>
      <vt:lpstr>Importancia en el Análisis de Datos</vt:lpstr>
      <vt:lpstr>Pasos Básicos en Minería de Texto</vt:lpstr>
      <vt:lpstr>Preprocesamiento de Texto</vt:lpstr>
      <vt:lpstr>Representación Matemática: Bolsa de Palabras</vt:lpstr>
      <vt:lpstr>Medidas Matemáticas Comunes</vt:lpstr>
      <vt:lpstr>Fórmula TF-IDF</vt:lpstr>
      <vt:lpstr>Ejemplo Sencillo: Análisis de Tweets en Python</vt:lpstr>
      <vt:lpstr>Código Python para TF-IDF</vt:lpstr>
      <vt:lpstr>Ejecutando el Código</vt:lpstr>
      <vt:lpstr>Interpretación de Resultados</vt:lpstr>
      <vt:lpstr>Taller Práctico: Construye tu Analizador</vt:lpstr>
      <vt:lpstr>Sugerencias para el Taller</vt:lpstr>
      <vt:lpstr>Conclusiones Finales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Minería de Texto para Análisis de Datos</dc:title>
  <cp:lastModifiedBy>andres hernandez</cp:lastModifiedBy>
  <cp:revision>1</cp:revision>
  <dcterms:modified xsi:type="dcterms:W3CDTF">2025-11-24T15:23:27Z</dcterms:modified>
</cp:coreProperties>
</file>
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PT Sans"/>
      <p:regular r:id="rId20"/>
      <p:bold r:id="rId21"/>
      <p:italic r:id="rId22"/>
      <p:boldItalic r:id="rId23"/>
    </p:embeddedFont>
    <p:embeddedFont>
      <p:font typeface="Ex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regular.fntdata"/><Relationship Id="rId22" Type="http://schemas.openxmlformats.org/officeDocument/2006/relationships/font" Target="fonts/PTSans-italic.fntdata"/><Relationship Id="rId21" Type="http://schemas.openxmlformats.org/officeDocument/2006/relationships/font" Target="fonts/PTSans-bold.fntdata"/><Relationship Id="rId24" Type="http://schemas.openxmlformats.org/officeDocument/2006/relationships/font" Target="fonts/Exo-regular.fntdata"/><Relationship Id="rId23" Type="http://schemas.openxmlformats.org/officeDocument/2006/relationships/font" Target="fonts/PT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xo-italic.fntdata"/><Relationship Id="rId25" Type="http://schemas.openxmlformats.org/officeDocument/2006/relationships/font" Target="fonts/Exo-bold.fntdata"/><Relationship Id="rId27" Type="http://schemas.openxmlformats.org/officeDocument/2006/relationships/font" Target="fonts/Ex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9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1" name="Google Shape;269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3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gf11272de0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5" name="Google Shape;2755;gf11272de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6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g3a4a3d2f2c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8" name="Google Shape;2768;g3a4a3d2f2c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9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g3a4a3d2f2c9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1" name="Google Shape;2781;g3a4a3d2f2c9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2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3a4a3d2f2c9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3a4a3d2f2c9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5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g3a4a3d2f2c9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7" name="Google Shape;2807;g3a4a3d2f2c9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8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g3a4a3d2f2c9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0" name="Google Shape;2820;g3a4a3d2f2c9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g3a4a3d2f2c9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3" name="Google Shape;2833;g3a4a3d2f2c9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4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3a4a3d2f2c9_2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3a4a3d2f2c9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7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g3a4a3d2f2c9_2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9" name="Google Shape;2859;g3a4a3d2f2c9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0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g3a4a3d2f2c9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2" name="Google Shape;2872;g3a4a3d2f2c9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3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g3a4a3d2f2c9_2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5" name="Google Shape;2885;g3a4a3d2f2c9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6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g3a4a3d2f2c9_2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8" name="Google Shape;2898;g3a4a3d2f2c9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9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g3a4a3d2f2c9_2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1" name="Google Shape;2911;g3a4a3d2f2c9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2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g3a4a3d2f2c9_2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4" name="Google Shape;2924;g3a4a3d2f2c9_2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" name="Google Shape;48;p2"/>
          <p:cNvSpPr txBox="1"/>
          <p:nvPr>
            <p:ph type="ctrTitle"/>
          </p:nvPr>
        </p:nvSpPr>
        <p:spPr>
          <a:xfrm>
            <a:off x="1317600" y="1132113"/>
            <a:ext cx="6508800" cy="1998600"/>
          </a:xfrm>
          <a:prstGeom prst="rect">
            <a:avLst/>
          </a:prstGeom>
          <a:effectLst>
            <a:outerShdw blurRad="142875" rotWithShape="0" algn="bl">
              <a:schemeClr val="accent2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" name="Google Shape;49;p2"/>
          <p:cNvSpPr txBox="1"/>
          <p:nvPr>
            <p:ph idx="1" type="subTitle"/>
          </p:nvPr>
        </p:nvSpPr>
        <p:spPr>
          <a:xfrm>
            <a:off x="1675175" y="3099088"/>
            <a:ext cx="5793600" cy="9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3"/>
          <p:cNvSpPr txBox="1"/>
          <p:nvPr>
            <p:ph type="title"/>
          </p:nvPr>
        </p:nvSpPr>
        <p:spPr>
          <a:xfrm>
            <a:off x="1208500" y="2089070"/>
            <a:ext cx="67269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8" name="Google Shape;168;p3"/>
          <p:cNvSpPr txBox="1"/>
          <p:nvPr>
            <p:ph idx="1" type="subTitle"/>
          </p:nvPr>
        </p:nvSpPr>
        <p:spPr>
          <a:xfrm>
            <a:off x="1208650" y="3054420"/>
            <a:ext cx="6726900" cy="9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9" name="Google Shape;169;p3"/>
          <p:cNvSpPr txBox="1"/>
          <p:nvPr>
            <p:ph hasCustomPrompt="1" idx="2" type="title"/>
          </p:nvPr>
        </p:nvSpPr>
        <p:spPr>
          <a:xfrm>
            <a:off x="3132450" y="1168380"/>
            <a:ext cx="28791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flipH="1" rot="10800000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flipH="1" rot="-5400000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" name="Google Shape;269;p4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0" name="Google Shape;270;p4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grpSp>
        <p:nvGrpSpPr>
          <p:cNvPr id="271" name="Google Shape;271;p4"/>
          <p:cNvGrpSpPr/>
          <p:nvPr/>
        </p:nvGrpSpPr>
        <p:grpSpPr>
          <a:xfrm flipH="1" rot="5400000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flipH="1" rot="10800000">
              <a:off x="8184816" y="4723543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flipH="1" rot="10800000">
              <a:off x="8085946" y="4828583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flipH="1" rot="10800000">
              <a:off x="8110687" y="4853293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49" name="Google Shape;349;p5"/>
          <p:cNvSpPr txBox="1"/>
          <p:nvPr>
            <p:ph idx="2" type="title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5"/>
          <p:cNvSpPr txBox="1"/>
          <p:nvPr>
            <p:ph idx="1" type="subTitle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5"/>
          <p:cNvSpPr txBox="1"/>
          <p:nvPr>
            <p:ph idx="3" type="title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2" name="Google Shape;352;p5"/>
          <p:cNvSpPr txBox="1"/>
          <p:nvPr>
            <p:ph idx="4" type="subTitle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53" name="Google Shape;353;p5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5"/>
          <p:cNvGrpSpPr/>
          <p:nvPr/>
        </p:nvGrpSpPr>
        <p:grpSpPr>
          <a:xfrm flipH="1" rot="5400000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0" name="Google Shape;400;p5"/>
          <p:cNvSpPr/>
          <p:nvPr/>
        </p:nvSpPr>
        <p:spPr>
          <a:xfrm flipH="1" rot="5400000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1" name="Google Shape;401;p5"/>
          <p:cNvGrpSpPr/>
          <p:nvPr/>
        </p:nvGrpSpPr>
        <p:grpSpPr>
          <a:xfrm flipH="1" rot="10800000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8" name="Google Shape;448;p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2" name="Google Shape;532;p7"/>
          <p:cNvSpPr txBox="1"/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33" name="Google Shape;533;p7"/>
          <p:cNvSpPr txBox="1"/>
          <p:nvPr>
            <p:ph idx="1" type="subTitle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4" name="Google Shape;534;p7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7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1" name="Google Shape;551;p7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flipH="1" rot="10800000">
              <a:off x="8184816" y="4723543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 flipH="1" rot="10800000">
              <a:off x="8085946" y="4828583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 flipH="1" rot="10800000">
              <a:off x="8110687" y="4853293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4" name="Google Shape;624;p8"/>
          <p:cNvSpPr txBox="1"/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5" name="Google Shape;625;p8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4" name="Google Shape;634;p8"/>
          <p:cNvGrpSpPr/>
          <p:nvPr/>
        </p:nvGrpSpPr>
        <p:grpSpPr>
          <a:xfrm flipH="1" rot="-5400000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8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4" name="Google Shape;644;p8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6" name="Google Shape;656;p8"/>
          <p:cNvSpPr/>
          <p:nvPr/>
        </p:nvSpPr>
        <p:spPr>
          <a:xfrm flipH="1" rot="-5400000">
            <a:off x="1059557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7" name="Google Shape;657;p8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8" name="Google Shape;718;p9"/>
          <p:cNvSpPr txBox="1"/>
          <p:nvPr>
            <p:ph idx="1" type="subTitle"/>
          </p:nvPr>
        </p:nvSpPr>
        <p:spPr>
          <a:xfrm>
            <a:off x="1656875" y="2480906"/>
            <a:ext cx="5830200" cy="14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9" name="Google Shape;719;p9"/>
          <p:cNvSpPr txBox="1"/>
          <p:nvPr>
            <p:ph type="title"/>
          </p:nvPr>
        </p:nvSpPr>
        <p:spPr>
          <a:xfrm>
            <a:off x="1656875" y="1241200"/>
            <a:ext cx="5830200" cy="1169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flipH="1" rot="10800000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/>
          <p:nvPr>
            <p:ph idx="1" type="body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latin typeface="Exo"/>
                <a:ea typeface="Exo"/>
                <a:cs typeface="Exo"/>
                <a:sym typeface="Exo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2" name="Google Shape;822;p11"/>
          <p:cNvSpPr txBox="1"/>
          <p:nvPr>
            <p:ph hasCustomPrompt="1" type="title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/>
          <p:nvPr>
            <p:ph idx="1" type="subTitle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flipH="1" rot="-5400000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0" name="Google Shape;970;p1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71" name="Google Shape;971;p13"/>
          <p:cNvSpPr txBox="1"/>
          <p:nvPr>
            <p:ph idx="2" type="title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2" name="Google Shape;972;p13"/>
          <p:cNvSpPr txBox="1"/>
          <p:nvPr>
            <p:ph idx="1" type="subTitle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3" name="Google Shape;973;p13"/>
          <p:cNvSpPr txBox="1"/>
          <p:nvPr>
            <p:ph hasCustomPrompt="1" idx="3" type="title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/>
          <p:nvPr>
            <p:ph idx="4" type="title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5" name="Google Shape;975;p13"/>
          <p:cNvSpPr txBox="1"/>
          <p:nvPr>
            <p:ph idx="5" type="subTitle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6" name="Google Shape;976;p13"/>
          <p:cNvSpPr txBox="1"/>
          <p:nvPr>
            <p:ph hasCustomPrompt="1" idx="6" type="title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/>
          <p:nvPr>
            <p:ph idx="7" type="title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8" name="Google Shape;978;p13"/>
          <p:cNvSpPr txBox="1"/>
          <p:nvPr>
            <p:ph idx="8" type="subTitle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9" name="Google Shape;979;p13"/>
          <p:cNvSpPr txBox="1"/>
          <p:nvPr>
            <p:ph hasCustomPrompt="1" idx="9" type="title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/>
          <p:nvPr>
            <p:ph idx="13" type="title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1" name="Google Shape;981;p13"/>
          <p:cNvSpPr txBox="1"/>
          <p:nvPr>
            <p:ph idx="14" type="subTitle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2" name="Google Shape;982;p13"/>
          <p:cNvSpPr txBox="1"/>
          <p:nvPr>
            <p:ph hasCustomPrompt="1" idx="15" type="title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/>
          <p:nvPr>
            <p:ph idx="16" type="title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4" name="Google Shape;984;p13"/>
          <p:cNvSpPr txBox="1"/>
          <p:nvPr>
            <p:ph idx="17" type="subTitle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5" name="Google Shape;985;p13"/>
          <p:cNvSpPr txBox="1"/>
          <p:nvPr>
            <p:ph hasCustomPrompt="1" idx="18" type="title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/>
          <p:nvPr>
            <p:ph idx="19" type="title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7" name="Google Shape;987;p13"/>
          <p:cNvSpPr txBox="1"/>
          <p:nvPr>
            <p:ph idx="20" type="subTitle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8" name="Google Shape;988;p13"/>
          <p:cNvSpPr txBox="1"/>
          <p:nvPr>
            <p:ph hasCustomPrompt="1" idx="21" type="title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flipH="1" rot="5400000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3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3" name="Google Shape;1103;p14"/>
          <p:cNvSpPr txBox="1"/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4" name="Google Shape;1104;p14"/>
          <p:cNvSpPr txBox="1"/>
          <p:nvPr>
            <p:ph idx="1" type="subTitle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05" name="Google Shape;1105;p14"/>
          <p:cNvSpPr/>
          <p:nvPr/>
        </p:nvSpPr>
        <p:spPr>
          <a:xfrm flipH="1" rot="-5400000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BLANK_4"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8" name="Google Shape;1188;p15"/>
          <p:cNvSpPr txBox="1"/>
          <p:nvPr>
            <p:ph type="title"/>
          </p:nvPr>
        </p:nvSpPr>
        <p:spPr>
          <a:xfrm>
            <a:off x="864525" y="2215425"/>
            <a:ext cx="6772200" cy="813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89" name="Google Shape;1189;p15"/>
          <p:cNvSpPr txBox="1"/>
          <p:nvPr>
            <p:ph idx="1" type="subTitle"/>
          </p:nvPr>
        </p:nvSpPr>
        <p:spPr>
          <a:xfrm>
            <a:off x="864525" y="3045400"/>
            <a:ext cx="6646200" cy="7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90" name="Google Shape;1190;p15"/>
          <p:cNvSpPr txBox="1"/>
          <p:nvPr>
            <p:ph hasCustomPrompt="1" idx="2" type="title"/>
          </p:nvPr>
        </p:nvSpPr>
        <p:spPr>
          <a:xfrm>
            <a:off x="864525" y="910725"/>
            <a:ext cx="2130300" cy="1304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5"/>
          <p:cNvSpPr/>
          <p:nvPr/>
        </p:nvSpPr>
        <p:spPr>
          <a:xfrm flipH="1" rot="10800000">
            <a:off x="2891470" y="48422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BLANK_8"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3" name="Google Shape;1263;p16"/>
          <p:cNvSpPr txBox="1"/>
          <p:nvPr>
            <p:ph type="title"/>
          </p:nvPr>
        </p:nvSpPr>
        <p:spPr>
          <a:xfrm>
            <a:off x="713100" y="2310138"/>
            <a:ext cx="75834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64" name="Google Shape;1264;p16"/>
          <p:cNvSpPr txBox="1"/>
          <p:nvPr>
            <p:ph idx="1" type="subTitle"/>
          </p:nvPr>
        </p:nvSpPr>
        <p:spPr>
          <a:xfrm>
            <a:off x="3567000" y="3208800"/>
            <a:ext cx="4729500" cy="7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65" name="Google Shape;1265;p16"/>
          <p:cNvSpPr txBox="1"/>
          <p:nvPr>
            <p:ph hasCustomPrompt="1" idx="2" type="title"/>
          </p:nvPr>
        </p:nvSpPr>
        <p:spPr>
          <a:xfrm>
            <a:off x="5961000" y="1332575"/>
            <a:ext cx="23355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flipH="1" rot="10800000">
            <a:off x="2358070" y="47660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9"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3" name="Google Shape;1343;p17"/>
          <p:cNvSpPr txBox="1"/>
          <p:nvPr>
            <p:ph type="title"/>
          </p:nvPr>
        </p:nvSpPr>
        <p:spPr>
          <a:xfrm>
            <a:off x="713100" y="1088819"/>
            <a:ext cx="4401600" cy="1198800"/>
          </a:xfrm>
          <a:prstGeom prst="rect">
            <a:avLst/>
          </a:prstGeom>
          <a:effectLst>
            <a:outerShdw blurRad="157163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44" name="Google Shape;1344;p17"/>
          <p:cNvSpPr txBox="1"/>
          <p:nvPr>
            <p:ph idx="1" type="subTitle"/>
          </p:nvPr>
        </p:nvSpPr>
        <p:spPr>
          <a:xfrm>
            <a:off x="713100" y="2357881"/>
            <a:ext cx="4401600" cy="16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6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0" name="Google Shape;1430;p18"/>
          <p:cNvSpPr txBox="1"/>
          <p:nvPr>
            <p:ph type="title"/>
          </p:nvPr>
        </p:nvSpPr>
        <p:spPr>
          <a:xfrm>
            <a:off x="865500" y="753525"/>
            <a:ext cx="4466700" cy="1141500"/>
          </a:xfrm>
          <a:prstGeom prst="rect">
            <a:avLst/>
          </a:prstGeom>
          <a:effectLst>
            <a:outerShdw blurRad="85725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31" name="Google Shape;1431;p18"/>
          <p:cNvSpPr txBox="1"/>
          <p:nvPr>
            <p:ph idx="1" type="subTitle"/>
          </p:nvPr>
        </p:nvSpPr>
        <p:spPr>
          <a:xfrm>
            <a:off x="865500" y="1964775"/>
            <a:ext cx="4466700" cy="24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BLANK_10"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1" name="Google Shape;1531;p19"/>
          <p:cNvSpPr txBox="1"/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32" name="Google Shape;1532;p19"/>
          <p:cNvSpPr txBox="1"/>
          <p:nvPr>
            <p:ph idx="1" type="subTitle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3" name="Google Shape;1533;p19"/>
          <p:cNvSpPr txBox="1"/>
          <p:nvPr>
            <p:ph idx="2" type="title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34" name="Google Shape;1534;p19"/>
          <p:cNvSpPr txBox="1"/>
          <p:nvPr>
            <p:ph idx="3" type="subTitle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6" name="Google Shape;1566;p19"/>
          <p:cNvSpPr txBox="1"/>
          <p:nvPr>
            <p:ph idx="4"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BLANK_17"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7" name="Google Shape;1607;p20"/>
          <p:cNvSpPr txBox="1"/>
          <p:nvPr>
            <p:ph idx="1" type="subTitle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08" name="Google Shape;1608;p20"/>
          <p:cNvSpPr txBox="1"/>
          <p:nvPr>
            <p:ph idx="2" type="subTitle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6" name="Google Shape;1656;p20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5"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7" name="Google Shape;1697;p2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698" name="Google Shape;1698;p21"/>
          <p:cNvSpPr txBox="1"/>
          <p:nvPr>
            <p:ph idx="2" type="title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9" name="Google Shape;1699;p21"/>
          <p:cNvSpPr txBox="1"/>
          <p:nvPr>
            <p:ph idx="1" type="subTitle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0" name="Google Shape;1700;p21"/>
          <p:cNvSpPr txBox="1"/>
          <p:nvPr>
            <p:ph idx="3" type="title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1" name="Google Shape;1701;p21"/>
          <p:cNvSpPr txBox="1"/>
          <p:nvPr>
            <p:ph idx="4" type="subTitle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2" name="Google Shape;1702;p21"/>
          <p:cNvSpPr txBox="1"/>
          <p:nvPr>
            <p:ph idx="5" type="title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3" name="Google Shape;1703;p21"/>
          <p:cNvSpPr txBox="1"/>
          <p:nvPr>
            <p:ph idx="6" type="subTitle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flipH="1" rot="5400000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flipH="1" rot="-5400000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6"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0" name="Google Shape;1780;p22"/>
          <p:cNvSpPr txBox="1"/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1" name="Google Shape;1781;p22"/>
          <p:cNvSpPr txBox="1"/>
          <p:nvPr>
            <p:ph idx="1" type="subTitle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2" name="Google Shape;1782;p22"/>
          <p:cNvSpPr txBox="1"/>
          <p:nvPr>
            <p:ph idx="2" type="title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3" name="Google Shape;1783;p22"/>
          <p:cNvSpPr txBox="1"/>
          <p:nvPr>
            <p:ph idx="3" type="subTitle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4" name="Google Shape;1784;p22"/>
          <p:cNvSpPr txBox="1"/>
          <p:nvPr>
            <p:ph idx="4" type="title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5" name="Google Shape;1785;p22"/>
          <p:cNvSpPr txBox="1"/>
          <p:nvPr>
            <p:ph idx="5" type="subTitle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6" name="Google Shape;1786;p22"/>
          <p:cNvSpPr txBox="1"/>
          <p:nvPr>
            <p:ph idx="6" type="title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7" name="Google Shape;1787;p22"/>
          <p:cNvSpPr txBox="1"/>
          <p:nvPr>
            <p:ph idx="7" type="subTitle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8" name="Google Shape;1788;p22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853" name="Google Shape;1853;p22"/>
          <p:cNvSpPr txBox="1"/>
          <p:nvPr>
            <p:ph idx="8"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7"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4" name="Google Shape;1894;p2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895" name="Google Shape;1895;p23"/>
          <p:cNvSpPr txBox="1"/>
          <p:nvPr>
            <p:ph idx="2" type="title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6" name="Google Shape;1896;p23"/>
          <p:cNvSpPr txBox="1"/>
          <p:nvPr>
            <p:ph idx="1" type="subTitle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7" name="Google Shape;1897;p23"/>
          <p:cNvSpPr txBox="1"/>
          <p:nvPr>
            <p:ph idx="3" type="title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8" name="Google Shape;1898;p23"/>
          <p:cNvSpPr txBox="1"/>
          <p:nvPr>
            <p:ph idx="4" type="subTitle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9" name="Google Shape;1899;p23"/>
          <p:cNvSpPr txBox="1"/>
          <p:nvPr>
            <p:ph idx="5" type="title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0" name="Google Shape;1900;p23"/>
          <p:cNvSpPr txBox="1"/>
          <p:nvPr>
            <p:ph idx="6" type="subTitle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1" name="Google Shape;1901;p23"/>
          <p:cNvSpPr txBox="1"/>
          <p:nvPr>
            <p:ph idx="7" type="title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2" name="Google Shape;1902;p23"/>
          <p:cNvSpPr txBox="1"/>
          <p:nvPr>
            <p:ph idx="8" type="subTitle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3" name="Google Shape;1903;p23"/>
          <p:cNvSpPr txBox="1"/>
          <p:nvPr>
            <p:ph idx="9" type="title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4" name="Google Shape;1904;p23"/>
          <p:cNvSpPr txBox="1"/>
          <p:nvPr>
            <p:ph idx="13" type="subTitle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5" name="Google Shape;1905;p23"/>
          <p:cNvSpPr txBox="1"/>
          <p:nvPr>
            <p:ph idx="14" type="title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6" name="Google Shape;1906;p23"/>
          <p:cNvSpPr txBox="1"/>
          <p:nvPr>
            <p:ph idx="15" type="subTitle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5"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1" name="Google Shape;2111;p24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4"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9" name="Google Shape;2219;p2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1"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0" name="Google Shape;2260;p2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61" name="Google Shape;2261;p26"/>
          <p:cNvSpPr txBox="1"/>
          <p:nvPr>
            <p:ph idx="2" type="title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2" name="Google Shape;2262;p26"/>
          <p:cNvSpPr txBox="1"/>
          <p:nvPr>
            <p:ph idx="1" type="subTitle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3" name="Google Shape;2263;p26"/>
          <p:cNvSpPr txBox="1"/>
          <p:nvPr>
            <p:ph hasCustomPrompt="1" idx="3" type="title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/>
          <p:nvPr>
            <p:ph idx="4" type="title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5" name="Google Shape;2265;p26"/>
          <p:cNvSpPr txBox="1"/>
          <p:nvPr>
            <p:ph idx="5" type="subTitle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6" name="Google Shape;2266;p26"/>
          <p:cNvSpPr txBox="1"/>
          <p:nvPr>
            <p:ph hasCustomPrompt="1" idx="6" type="title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/>
          <p:nvPr>
            <p:ph idx="7" type="title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8" name="Google Shape;2268;p26"/>
          <p:cNvSpPr txBox="1"/>
          <p:nvPr>
            <p:ph idx="8" type="subTitle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9" name="Google Shape;2269;p26"/>
          <p:cNvSpPr txBox="1"/>
          <p:nvPr>
            <p:ph hasCustomPrompt="1" idx="9" type="title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26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2"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7" name="Google Shape;2347;p27"/>
          <p:cNvSpPr txBox="1"/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48" name="Google Shape;2348;p27"/>
          <p:cNvSpPr txBox="1"/>
          <p:nvPr>
            <p:ph idx="1" type="subTitle"/>
          </p:nvPr>
        </p:nvSpPr>
        <p:spPr>
          <a:xfrm>
            <a:off x="2335650" y="1667300"/>
            <a:ext cx="4472700" cy="11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3"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2">
    <p:spTree>
      <p:nvGrpSpPr>
        <p:cNvPr id="2547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 1">
  <p:cSld name="BLANK_12_1">
    <p:spTree>
      <p:nvGrpSpPr>
        <p:cNvPr id="2649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0" name="Google Shape;2650;p3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651" name="Google Shape;2651;p30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b="1"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2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31"/>
          <p:cNvSpPr txBox="1"/>
          <p:nvPr>
            <p:ph idx="1" type="subTitle"/>
          </p:nvPr>
        </p:nvSpPr>
        <p:spPr>
          <a:xfrm>
            <a:off x="1675175" y="3403402"/>
            <a:ext cx="5793600" cy="9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Introducción a las principales técnicas para interpretar y predecir a partir de datos</a:t>
            </a:r>
            <a:endParaRPr/>
          </a:p>
        </p:txBody>
      </p:sp>
      <p:grpSp>
        <p:nvGrpSpPr>
          <p:cNvPr id="2694" name="Google Shape;2694;p31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95" name="Google Shape;2695;p3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3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3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3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3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3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1" name="Google Shape;2701;p31"/>
          <p:cNvGrpSpPr/>
          <p:nvPr/>
        </p:nvGrpSpPr>
        <p:grpSpPr>
          <a:xfrm flipH="1" rot="-5400000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702" name="Google Shape;2702;p3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3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3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3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3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3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8" name="Google Shape;2708;p31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709" name="Google Shape;2709;p3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3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3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3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3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4" name="Google Shape;2714;p31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715" name="Google Shape;2715;p3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16" name="Google Shape;2716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7" name="Google Shape;2717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8" name="Google Shape;2718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9" name="Google Shape;2719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0" name="Google Shape;2720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1" name="Google Shape;2721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2" name="Google Shape;2722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3" name="Google Shape;2723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4" name="Google Shape;2724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5" name="Google Shape;2725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26" name="Google Shape;2726;p3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27" name="Google Shape;2727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8" name="Google Shape;2728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9" name="Google Shape;2729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0" name="Google Shape;2730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1" name="Google Shape;2731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2" name="Google Shape;2732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3" name="Google Shape;2733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4" name="Google Shape;2734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5" name="Google Shape;2735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6" name="Google Shape;2736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37" name="Google Shape;2737;p3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38" name="Google Shape;2738;p3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2" name="Google Shape;2752;p31"/>
          <p:cNvSpPr txBox="1"/>
          <p:nvPr>
            <p:ph type="ctrTitle"/>
          </p:nvPr>
        </p:nvSpPr>
        <p:spPr>
          <a:xfrm>
            <a:off x="766050" y="1132125"/>
            <a:ext cx="7592100" cy="19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T Sans"/>
                <a:ea typeface="PT Sans"/>
                <a:cs typeface="PT Sans"/>
                <a:sym typeface="PT Sans"/>
              </a:rPr>
              <a:t>Métodos de Análisis de Datos</a:t>
            </a:r>
            <a:endParaRPr sz="60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6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32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Regresión Lineal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58" name="Google Shape;2758;p32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Modelo estadístico que relaciona una variable dependiente continua con una o más variables independientes mediante una línea recta.</a:t>
            </a:r>
            <a:endParaRPr sz="2800"/>
          </a:p>
        </p:txBody>
      </p:sp>
      <p:grpSp>
        <p:nvGrpSpPr>
          <p:cNvPr id="2759" name="Google Shape;2759;p3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60" name="Google Shape;2760;p32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32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32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32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32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32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9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33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Regresión Logística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71" name="Google Shape;2771;p33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Método para predecir la probabilidad de que ocurra un evento binario, utilizado en clasificación en función de las variables independientes.</a:t>
            </a:r>
            <a:endParaRPr sz="2800"/>
          </a:p>
        </p:txBody>
      </p:sp>
      <p:grpSp>
        <p:nvGrpSpPr>
          <p:cNvPr id="2772" name="Google Shape;2772;p3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73" name="Google Shape;2773;p3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3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3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3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3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3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2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34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Series Temporales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84" name="Google Shape;2784;p34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Análisis de datos ordenados en el tiempo para identificar patrones, tendencias y hacer pronósticos futuros basados en datos históricos.</a:t>
            </a:r>
            <a:endParaRPr sz="2800"/>
          </a:p>
        </p:txBody>
      </p:sp>
      <p:grpSp>
        <p:nvGrpSpPr>
          <p:cNvPr id="2785" name="Google Shape;2785;p3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86" name="Google Shape;2786;p3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3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3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3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3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3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5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35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Árboles de Decisión y Random Forest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7" name="Google Shape;2797;p35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Modelos que segmentan datos en ramas basadas en preguntas para clasificación o regresión; Random Forest combina múltiples árboles para mejorar precisión.</a:t>
            </a:r>
            <a:endParaRPr sz="2800"/>
          </a:p>
        </p:txBody>
      </p:sp>
      <p:grpSp>
        <p:nvGrpSpPr>
          <p:cNvPr id="2798" name="Google Shape;2798;p3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99" name="Google Shape;2799;p3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3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8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p36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Clustering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10" name="Google Shape;2810;p36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Técnica para agrupar datos similares en clusters o grupos sin etiquetas previas, útil para descubrir estructura oculta en los datos.</a:t>
            </a:r>
            <a:endParaRPr sz="2800"/>
          </a:p>
        </p:txBody>
      </p:sp>
      <p:grpSp>
        <p:nvGrpSpPr>
          <p:cNvPr id="2811" name="Google Shape;2811;p36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12" name="Google Shape;2812;p3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3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3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3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3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3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37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Minería de Texto / NLP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23" name="Google Shape;2823;p37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Procesamiento y análisis de datos textuales para extraer información relevante, identificar patrones y realizar tareas como clasificación y análisis de sentimiento.</a:t>
            </a:r>
            <a:endParaRPr sz="2800"/>
          </a:p>
        </p:txBody>
      </p:sp>
      <p:grpSp>
        <p:nvGrpSpPr>
          <p:cNvPr id="2824" name="Google Shape;2824;p37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25" name="Google Shape;2825;p37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37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37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37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4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38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PCA (Reducción de Dimensionalidad)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36" name="Google Shape;2836;p38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Método que transforma variables correlacionadas en un set menor de variables no correlacionadas denominadas componentes principales para simplificar datos.</a:t>
            </a:r>
            <a:endParaRPr sz="2800"/>
          </a:p>
        </p:txBody>
      </p:sp>
      <p:grpSp>
        <p:nvGrpSpPr>
          <p:cNvPr id="2837" name="Google Shape;2837;p38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38" name="Google Shape;2838;p3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3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3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3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3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3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7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39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Redes Neuronales (Datos Tabulares)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49" name="Google Shape;2849;p39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Modelos inspirados en el cerebro humano que pueden capturar relaciones complejas en datos tabulares mediante capas de neuronas artificiales.</a:t>
            </a:r>
            <a:endParaRPr sz="2800"/>
          </a:p>
        </p:txBody>
      </p:sp>
      <p:grpSp>
        <p:nvGrpSpPr>
          <p:cNvPr id="2850" name="Google Shape;2850;p39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51" name="Google Shape;2851;p3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3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3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3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3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3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0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p40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Segmentación de Clientes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62" name="Google Shape;2862;p40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Proceso de dividir una base de clientes en grupos con características similares para personalizar estrategias de marketing y mejorar la toma de decisiones.</a:t>
            </a:r>
            <a:endParaRPr sz="2800"/>
          </a:p>
        </p:txBody>
      </p:sp>
      <p:grpSp>
        <p:nvGrpSpPr>
          <p:cNvPr id="2863" name="Google Shape;2863;p40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64" name="Google Shape;2864;p40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40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40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40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3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41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Deep Learning (Imágenes, Video, Audio)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75" name="Google Shape;2875;p41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Familia de modelos de aprendizaje automático que utilizan redes neuronales profundas para analizar y procesar datos multimedia no estructurados.</a:t>
            </a:r>
            <a:endParaRPr sz="2800"/>
          </a:p>
        </p:txBody>
      </p:sp>
      <p:grpSp>
        <p:nvGrpSpPr>
          <p:cNvPr id="2876" name="Google Shape;2876;p41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77" name="Google Shape;2877;p4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4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4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4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4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4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6" name="Shape 2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" name="Google Shape;2887;p42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t-SNE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88" name="Google Shape;2888;p42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Técnica de reducción de dimensionalidad no lineal que permite visualizar datos de alta dimensión en 2 o 3 dimensiones preservando estructuras locales.</a:t>
            </a:r>
            <a:endParaRPr sz="2800"/>
          </a:p>
        </p:txBody>
      </p:sp>
      <p:grpSp>
        <p:nvGrpSpPr>
          <p:cNvPr id="2889" name="Google Shape;2889;p4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90" name="Google Shape;2890;p42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42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42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42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42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42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9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43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Análisis Factorial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01" name="Google Shape;2901;p43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Método para identificar factores subyacentes que explican patrones observados en varias variables, ayudando en la interpretación de datos complejos.</a:t>
            </a:r>
            <a:endParaRPr sz="2800"/>
          </a:p>
        </p:txBody>
      </p:sp>
      <p:grpSp>
        <p:nvGrpSpPr>
          <p:cNvPr id="2902" name="Google Shape;2902;p4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03" name="Google Shape;2903;p4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4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4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4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4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4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44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Comparación y Aplicaciones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14" name="Google Shape;2914;p44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Selección del método de análisis según el tipo de datos y objetivo: regresión para predicción, clustering para segmentación, NLP para texto, etc.</a:t>
            </a:r>
            <a:endParaRPr sz="2800"/>
          </a:p>
        </p:txBody>
      </p:sp>
      <p:grpSp>
        <p:nvGrpSpPr>
          <p:cNvPr id="2915" name="Google Shape;2915;p4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16" name="Google Shape;2916;p4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4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4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4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4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4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5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45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Conclusiones Finales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27" name="Google Shape;2927;p45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Los métodos de análisis de datos son herramientas esenciales en la toma de decisiones. Conocer sus características y aplicaciones facilita extraer valor y conocimiento relevante de los datos.</a:t>
            </a:r>
            <a:endParaRPr sz="2800"/>
          </a:p>
        </p:txBody>
      </p:sp>
      <p:grpSp>
        <p:nvGrpSpPr>
          <p:cNvPr id="2928" name="Google Shape;2928;p4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29" name="Google Shape;2929;p4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4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4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4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4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4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
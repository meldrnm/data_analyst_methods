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embeddedFontLst>
    <p:embeddedFont>
      <p:font typeface="Exo" panose="020B0604020202020204" charset="0"/>
      <p:regular r:id="rId20"/>
      <p:bold r:id="rId21"/>
      <p:italic r:id="rId22"/>
      <p:boldItalic r:id="rId23"/>
    </p:embeddedFont>
    <p:embeddedFont>
      <p:font typeface="PT Sans" panose="020B0503020203020204" pitchFamily="34" charset="0"/>
      <p:regular r:id="rId24"/>
      <p:bold r:id="rId25"/>
      <p:italic r:id="rId26"/>
      <p:boldItalic r:id="rId27"/>
    </p:embeddedFont>
    <p:embeddedFont>
      <p:font typeface="Roboto Condensed Light" panose="02000000000000000000" pitchFamily="2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844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7175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>
            <a:spLocks noGrp="1"/>
          </p:cNvSpPr>
          <p:nvPr>
            <p:ph type="subTitle" idx="1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 teórica, fundamentos matemáticos, ejemplo práctico en Python y taller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2" name="Google Shape;2752;p31"/>
          <p:cNvSpPr txBox="1">
            <a:spLocks noGrp="1"/>
          </p:cNvSpPr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PT Sans"/>
                <a:ea typeface="PT Sans"/>
                <a:cs typeface="PT Sans"/>
                <a:sym typeface="PT Sans"/>
              </a:rPr>
              <a:t>Análisis de Componentes Principales (PCA) para Reducción de Dimensionalidad</a:t>
            </a:r>
            <a:endParaRPr sz="44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¿Qué es PCA?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Análisis de Componentes Principales (PCA) es una técnica estadística usada para reducir la dimensionalidad de un conjunto de datos, manteniendo la mayor cantidad posible de información original.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¿Por qué usar PCA?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PCA ayuda a simplificar datos complejos, mejora la visualización, reduce ruido y disminuye el costo computacional sin perder información clave.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Conceptos Clave en PCA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Las principales ideas detrás de PCA son encontrar nuevas variables (componentes principales) ortogonales y ordenadas que expliquen la mayor varianza en los datos.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 detrás de PCA: Paso 1 - Centrado de Datos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 comienza restando la media de cada variable para que los datos tengan media cero, facilitando el análisis en el espacio de características.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Matemáticas: Paso 2 - Matriz de Covarianza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 calcula la matriz de covarianza que mide cómo varían conjuntamente las variables, determinando relaciones lineales entre ellas.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Matemáticas: Paso 3 - Cálculo de Eigenvalores y Eigenvectores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 obtienen los eigenvalores y eigenvectores de la matriz de covarianza. Los eigenvectores determinan las direcciones principales y los eigenvalores su importancia.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Matemáticas: Paso 4 - Selección de Componentes Principales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 seleccionan los primeros k eigenvectores que representan las k direcciones de mayor varianza para reducir la dimensionalidad.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Matemáticas: Paso 5 - Proyección de los Datos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Finalmente, los datos originales se proyectan sobre el nuevo espacio de componentes principales para obtener la versión reducida.</a:t>
            </a:r>
            <a:endParaRPr sz="24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en Python: Preparación del Entorno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Importamos librerías fundamentales: numpy para cálculos, pandas para manejo de datos y matplotlib para visualización.</a:t>
            </a:r>
            <a:endParaRPr sz="240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335679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PT Sans"/>
                <a:ea typeface="PT Sans"/>
                <a:cs typeface="PT Sans"/>
                <a:sym typeface="PT Sans"/>
              </a:rPr>
              <a:t>Ejemplo en Python: Código para PCA</a:t>
            </a:r>
            <a:endParaRPr sz="3600" dirty="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273215"/>
            <a:ext cx="7717800" cy="3255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import numpy as np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import pandas as pd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from sklearn.decomposition import PCA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from sklearn.preprocessing import StandardScaler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# Cargar datos de ejemplo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from sklearn.datasets import load_iris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data = load_iris()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X = data.data</a:t>
            </a:r>
            <a:endParaRPr sz="2000" dirty="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335679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PT Sans"/>
                <a:ea typeface="PT Sans"/>
                <a:cs typeface="PT Sans"/>
                <a:sym typeface="PT Sans"/>
              </a:rPr>
              <a:t>Ejemplo en Python: Código para PCA</a:t>
            </a:r>
            <a:endParaRPr sz="3600" dirty="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273215"/>
            <a:ext cx="7717800" cy="3255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# Escalar datos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scaler = StandardScaler()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X_scaled = scaler.fit_transform(X)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# Aplicar PCA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pca = PCA(n_components=2)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X_pca = pca.fit_transform(X_scaled)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print('Componentes principales:', X_pca[:5])</a:t>
            </a:r>
            <a:endParaRPr sz="2000" dirty="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94879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335679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PT Sans"/>
                <a:ea typeface="PT Sans"/>
                <a:cs typeface="PT Sans"/>
                <a:sym typeface="PT Sans"/>
              </a:rPr>
              <a:t>Ejemplo en Python: Código para PCA</a:t>
            </a:r>
            <a:endParaRPr sz="3600" dirty="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273215"/>
            <a:ext cx="7717800" cy="3255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000" dirty="0" err="1"/>
              <a:t>import</a:t>
            </a:r>
            <a:r>
              <a:rPr lang="es-CO" sz="2000" dirty="0"/>
              <a:t> </a:t>
            </a:r>
            <a:r>
              <a:rPr lang="es-CO" sz="2000" dirty="0" err="1"/>
              <a:t>matplotlib.pyplot</a:t>
            </a:r>
            <a:r>
              <a:rPr lang="es-CO" sz="2000" dirty="0"/>
              <a:t> as </a:t>
            </a:r>
            <a:r>
              <a:rPr lang="es-CO" sz="2000" dirty="0" err="1"/>
              <a:t>plt</a:t>
            </a:r>
            <a:endParaRPr lang="es-CO"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000" dirty="0" err="1"/>
              <a:t>plt.scatter</a:t>
            </a:r>
            <a:r>
              <a:rPr lang="es-CO" sz="2000" dirty="0"/>
              <a:t>(</a:t>
            </a:r>
            <a:r>
              <a:rPr lang="es-CO" sz="2000" dirty="0" err="1"/>
              <a:t>X_pca</a:t>
            </a:r>
            <a:r>
              <a:rPr lang="es-CO" sz="2000" dirty="0"/>
              <a:t>[:,0], </a:t>
            </a:r>
            <a:r>
              <a:rPr lang="es-CO" sz="2000" dirty="0" err="1"/>
              <a:t>X_pca</a:t>
            </a:r>
            <a:r>
              <a:rPr lang="es-CO" sz="2000" dirty="0"/>
              <a:t>[:,1], c=</a:t>
            </a:r>
            <a:r>
              <a:rPr lang="es-CO" sz="2000" dirty="0" err="1"/>
              <a:t>data.target</a:t>
            </a:r>
            <a:r>
              <a:rPr lang="es-CO" sz="2000" dirty="0"/>
              <a:t>, </a:t>
            </a:r>
            <a:r>
              <a:rPr lang="es-CO" sz="2000" dirty="0" err="1"/>
              <a:t>cmap</a:t>
            </a:r>
            <a:r>
              <a:rPr lang="es-CO" sz="2000" dirty="0"/>
              <a:t>='</a:t>
            </a:r>
            <a:r>
              <a:rPr lang="es-CO" sz="2000" dirty="0" err="1"/>
              <a:t>viridis</a:t>
            </a:r>
            <a:r>
              <a:rPr lang="es-CO" sz="2000" dirty="0"/>
              <a:t>')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000" dirty="0" err="1"/>
              <a:t>plt.xlabel</a:t>
            </a:r>
            <a:r>
              <a:rPr lang="es-CO" sz="2000" dirty="0"/>
              <a:t>("PC1")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000" dirty="0" err="1"/>
              <a:t>plt.ylabel</a:t>
            </a:r>
            <a:r>
              <a:rPr lang="es-CO" sz="2000" dirty="0"/>
              <a:t>("PC2")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000" dirty="0" err="1"/>
              <a:t>plt.title</a:t>
            </a:r>
            <a:r>
              <a:rPr lang="es-CO" sz="2000" dirty="0"/>
              <a:t>("Visualización PCA del </a:t>
            </a:r>
            <a:r>
              <a:rPr lang="es-CO" sz="2000" dirty="0" err="1"/>
              <a:t>dataset</a:t>
            </a:r>
            <a:r>
              <a:rPr lang="es-CO" sz="2000" dirty="0"/>
              <a:t> Iris")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000" dirty="0" err="1"/>
              <a:t>plt.grid</a:t>
            </a:r>
            <a:r>
              <a:rPr lang="es-CO" sz="2000" dirty="0"/>
              <a:t>(True)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000" dirty="0" err="1"/>
              <a:t>plt.show</a:t>
            </a:r>
            <a:r>
              <a:rPr lang="es-CO" sz="2000" dirty="0"/>
              <a:t>()</a:t>
            </a:r>
            <a:endParaRPr sz="2000" dirty="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8604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del Resultado en Python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arreglo X_pca contiene los datos transformados con solo 2 componentes principales que resumen la información original en 4 dimensiones.</a:t>
            </a:r>
            <a:endParaRPr sz="240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Visualización de PCA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Podemos graficar las dos primeras componentes principales para visualizar separaciones o agrupamientos naturales en los datos.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Sencillo: Aplicar PCA a Datos Simples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Descargar un dataset sencillo.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Estandarizar variables.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Calcular PCA para 2 componentes.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Visualizar resultados.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(Testea con datos conocidos para interpretar componentes)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PCA es una herramienta clave para reducir dimensionalidad, facilitar análisis y mejorar visualizaciones. Con sólidos fundamentos teóricos y prácticos puede aplicarse en múltiples ámbitos de datos.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Microsoft Office PowerPoint</Application>
  <PresentationFormat>Presentación en pantalla (16:9)</PresentationFormat>
  <Paragraphs>57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PT Sans</vt:lpstr>
      <vt:lpstr>Arial</vt:lpstr>
      <vt:lpstr>Exo</vt:lpstr>
      <vt:lpstr>Roboto Condensed Light</vt:lpstr>
      <vt:lpstr>Data Center Business Plan by Slidesgo</vt:lpstr>
      <vt:lpstr>Análisis de Componentes Principales (PCA) para Reducción de Dimensionalidad</vt:lpstr>
      <vt:lpstr>¿Qué es PCA?</vt:lpstr>
      <vt:lpstr>¿Por qué usar PCA?</vt:lpstr>
      <vt:lpstr>Conceptos Clave en PCA</vt:lpstr>
      <vt:lpstr>Matemáticas detrás de PCA: Paso 1 - Centrado de Datos</vt:lpstr>
      <vt:lpstr>Matemáticas: Paso 2 - Matriz de Covarianza</vt:lpstr>
      <vt:lpstr>Matemáticas: Paso 3 - Cálculo de Eigenvalores y Eigenvectores</vt:lpstr>
      <vt:lpstr>Matemáticas: Paso 4 - Selección de Componentes Principales</vt:lpstr>
      <vt:lpstr>Matemáticas: Paso 5 - Proyección de los Datos</vt:lpstr>
      <vt:lpstr>Ejemplo en Python: Preparación del Entorno</vt:lpstr>
      <vt:lpstr>Ejemplo en Python: Código para PCA</vt:lpstr>
      <vt:lpstr>Ejemplo en Python: Código para PCA</vt:lpstr>
      <vt:lpstr>Ejemplo en Python: Código para PCA</vt:lpstr>
      <vt:lpstr>Interpretación del Resultado en Python</vt:lpstr>
      <vt:lpstr>Visualización de PCA</vt:lpstr>
      <vt:lpstr>Taller Sencillo: Aplicar PCA a Datos Simples</vt:lpstr>
      <vt:lpstr>Conclusiones Finales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Componentes Principales (PCA) para Reducción de Dimensionalidad</dc:title>
  <cp:lastModifiedBy>andres hernandez</cp:lastModifiedBy>
  <cp:revision>1</cp:revision>
  <dcterms:modified xsi:type="dcterms:W3CDTF">2025-11-24T15:30:25Z</dcterms:modified>
</cp:coreProperties>
</file>
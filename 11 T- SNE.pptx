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Teoría, Matemáticas, Ejemplo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Análisis de Datos con t-SNE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Introducción a t-SNE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t-SNE (t-distributed Stochastic Neighbor Embedding) es una técnica de reducción de dimensiones usada para visualizar datos de alta dimensión en dos o tres dimensiones manteniendo la estructura local.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¿Por qué usar t-SNE?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Permite explorar agrupaciones naturales y patrones en los datos complejos, facilitando insights visuales que no se ven en datos de alta dimensión.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Conceptos Básicos de t-SNE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t-SNE convierte las distancias en alta dimensión a probabilidades y luego busca una representación en baja dimensión con probabilidades similares, usando una distribución t de Student para mejorar la separación.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Matemáticas: Paso 1 - Probabilidades en Alta Dimensión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Calculamos la probabilidad condicional p_ij que mide similitud entre puntos x_i y x_j mediante distribución gaussiana centrada en x_i, ajustando el parámetro de dispersión (perplejidad).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Matemáticas: Paso 2 - Probabilidades en Baja Dimensión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En el espacio reducido, las similitudes q_ij entre puntos y_i y y_j se calculan usando una distribución t de Student con un grado de libertad, que tiene colas más pesadas para mejor representación.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Matemáticas: Paso 3 - Minimizar la Divergencia KL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t-SNE ajusta las posiciones en baja dimensión minimizando la divergencia de Kullback-Leibler (KL) entre las distribuciones p_ij y q_ij para preservar relaciones locales.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Ventajas y Desventajas de t-SNE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Ventajas: excelente visualización de estructuras locales. Desventajas: costoso computacionalmente y no preserva distancias globales.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Pasos Generales para Ejecutar t-SNE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Preprocesar datos. 2. Calcular probabilidades p_ij. 3. Inicializar puntos en baja dimensión. 4. Optimizar posiciones minimizando KL. 5. Visualizar resultados.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 - Parte 1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Importa las librerías necesarias y carga un dataset. Por ejemplo, usaremos el dataset de dígitos de sklearn. Código: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sklearn.datasets import load_digits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sklearn.manifold import TSNE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 matplotlib.pyplot as plt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digits = load_digits()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X = digits.data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y = digits.target</a:t>
            </a:r>
            <a:endParaRPr sz="24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 - Parte 2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Aplica t-SNE con parámetros básicos y reduce a 2 dimensiones: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tsne = TSNE(n_components=2, perplexity=30, random_state=42)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X_embedded = tsne.fit_transform(X)</a:t>
            </a:r>
            <a:endParaRPr sz="24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 - Parte 3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Visualiza los datos proyectados en 2D coloreando por clase: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plt.scatter(X_embedded[:,0], X_embedded[:,1], c=y, cmap='Spectral', s=5)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plt.colorbar()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plt.title('t-SNE de Digitos')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plt.show()</a:t>
            </a:r>
            <a:endParaRPr sz="2400" dirty="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Sencillo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Usa un dataset diferente, por ejemplo el iris, para aplicar t-SNE siguiendo los pasos del ejemplo. Prueba con diferentes valores de perplejidad (10, 30, 50) y analiza cómo cambia la visualización.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Recursos y Buenas Prácticas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Normaliza tus datos antes de usar t-SNE. Experimenta con los hiperparámetros. Revisa documentación oficial de sklearn para más opciones y detalles.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t-SNE es una poderosa herramienta para reducción de dimensionalidad, ideal para visualización. Requiere entender sus fundamentos y límites. El ejemplo en Python facilita su aplicación práctica en análisis de datos.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Presentación en pantalla (16:9)</PresentationFormat>
  <Paragraphs>44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PT Sans</vt:lpstr>
      <vt:lpstr>Arial</vt:lpstr>
      <vt:lpstr>Exo</vt:lpstr>
      <vt:lpstr>Roboto Condensed Light</vt:lpstr>
      <vt:lpstr>Data Center Business Plan by Slidesgo</vt:lpstr>
      <vt:lpstr>Análisis de Datos con t-SNE</vt:lpstr>
      <vt:lpstr>Introducción a t-SNE</vt:lpstr>
      <vt:lpstr>¿Por qué usar t-SNE?</vt:lpstr>
      <vt:lpstr>Conceptos Básicos de t-SNE</vt:lpstr>
      <vt:lpstr>Matemáticas: Paso 1 - Probabilidades en Alta Dimensión</vt:lpstr>
      <vt:lpstr>Matemáticas: Paso 2 - Probabilidades en Baja Dimensión</vt:lpstr>
      <vt:lpstr>Matemáticas: Paso 3 - Minimizar la Divergencia KL</vt:lpstr>
      <vt:lpstr>Ventajas y Desventajas de t-SNE</vt:lpstr>
      <vt:lpstr>Pasos Generales para Ejecutar t-SNE</vt:lpstr>
      <vt:lpstr>Ejemplo Práctico en Python - Parte 1</vt:lpstr>
      <vt:lpstr>Ejemplo Práctico en Python - Parte 2</vt:lpstr>
      <vt:lpstr>Ejemplo Práctico en Python - Parte 3</vt:lpstr>
      <vt:lpstr>Taller Sencillo</vt:lpstr>
      <vt:lpstr>Recursos y Buenas Prácticas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Datos con t-SNE</dc:title>
  <cp:lastModifiedBy>andres hernandez</cp:lastModifiedBy>
  <cp:revision>1</cp:revision>
  <dcterms:modified xsi:type="dcterms:W3CDTF">2025-11-24T16:42:04Z</dcterms:modified>
</cp:coreProperties>
</file>
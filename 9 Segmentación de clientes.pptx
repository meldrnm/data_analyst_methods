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Exo" panose="020B0604020202020204" charset="0"/>
      <p:regular r:id="rId18"/>
      <p:bold r:id="rId19"/>
      <p:italic r:id="rId20"/>
      <p:boldItalic r:id="rId21"/>
    </p:embeddedFont>
    <p:embeddedFont>
      <p:font typeface="PT Sans" panose="020B0503020203020204" pitchFamily="34" charset="0"/>
      <p:regular r:id="rId22"/>
      <p:bold r:id="rId23"/>
      <p:italic r:id="rId24"/>
      <p:boldItalic r:id="rId25"/>
    </p:embeddedFont>
    <p:embeddedFont>
      <p:font typeface="Roboto Condensed Light" panose="02000000000000000000" pitchFamily="2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9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Google Shape;26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1" name="Google Shape;26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5" name="Google Shape;2755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g3a4a3d2f2c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8" name="Google Shape;2768;g3a4a3d2f2c9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g3a4a3d2f2c9_3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1" name="Google Shape;2781;g3a4a3d2f2c9_3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3a4a3d2f2c9_3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3a4a3d2f2c9_3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" name="Google Shape;2806;g3a4a3d2f2c9_3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7" name="Google Shape;2807;g3a4a3d2f2c9_3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9" name="Google Shape;2819;g3a4a3d2f2c9_3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0" name="Google Shape;2820;g3a4a3d2f2c9_3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g3a4a3d2f2c9_3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3" name="Google Shape;2833;g3a4a3d2f2c9_3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g3a4a3d2f2c9_3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6" name="Google Shape;2846;g3a4a3d2f2c9_3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Google Shape;2858;g3a4a3d2f2c9_3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9" name="Google Shape;2859;g3a4a3d2f2c9_3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Google Shape;2871;g3a4a3d2f2c9_3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2" name="Google Shape;2872;g3a4a3d2f2c9_3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Google Shape;2884;g3a4a3d2f2c9_3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5" name="Google Shape;2885;g3a4a3d2f2c9_3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" name="Google Shape;2897;g3a4a3d2f2c9_3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8" name="Google Shape;2898;g3a4a3d2f2c9_3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0" name="Google Shape;2910;g3a4a3d2f2c9_3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1" name="Google Shape;2911;g3a4a3d2f2c9_3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g3a4a3d2f2c9_3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4" name="Google Shape;2924;g3a4a3d2f2c9_3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2"/>
          <p:cNvSpPr txBox="1">
            <a:spLocks noGrp="1"/>
          </p:cNvSpPr>
          <p:nvPr>
            <p:ph type="ctrTitle"/>
          </p:nvPr>
        </p:nvSpPr>
        <p:spPr>
          <a:xfrm>
            <a:off x="1317600" y="1132113"/>
            <a:ext cx="6508800" cy="1998600"/>
          </a:xfrm>
          <a:prstGeom prst="rect">
            <a:avLst/>
          </a:prstGeom>
          <a:effectLst>
            <a:outerShdw blurRad="142875" algn="bl" rotWithShape="0">
              <a:schemeClr val="accent2">
                <a:alpha val="3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subTitle" idx="1"/>
          </p:nvPr>
        </p:nvSpPr>
        <p:spPr>
          <a:xfrm>
            <a:off x="1675175" y="3099088"/>
            <a:ext cx="5793600" cy="9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50" name="Google Shape;50;p2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3"/>
          <p:cNvSpPr txBox="1">
            <a:spLocks noGrp="1"/>
          </p:cNvSpPr>
          <p:nvPr>
            <p:ph type="title"/>
          </p:nvPr>
        </p:nvSpPr>
        <p:spPr>
          <a:xfrm>
            <a:off x="1208500" y="2089070"/>
            <a:ext cx="67269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8" name="Google Shape;168;p3"/>
          <p:cNvSpPr txBox="1">
            <a:spLocks noGrp="1"/>
          </p:cNvSpPr>
          <p:nvPr>
            <p:ph type="subTitle" idx="1"/>
          </p:nvPr>
        </p:nvSpPr>
        <p:spPr>
          <a:xfrm>
            <a:off x="1208650" y="3054420"/>
            <a:ext cx="67269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" name="Google Shape;169;p3"/>
          <p:cNvSpPr txBox="1">
            <a:spLocks noGrp="1"/>
          </p:cNvSpPr>
          <p:nvPr>
            <p:ph type="title" idx="2" hasCustomPrompt="1"/>
          </p:nvPr>
        </p:nvSpPr>
        <p:spPr>
          <a:xfrm>
            <a:off x="3132450" y="1168380"/>
            <a:ext cx="28791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rot="10800000" flipH="1">
            <a:off x="7847593" y="412557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rot="-5400000" flipH="1">
            <a:off x="7699352" y="4771133"/>
            <a:ext cx="883262" cy="242091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8088870" y="15356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8658746" y="2349080"/>
            <a:ext cx="1823016" cy="196994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5134732" y="4950349"/>
            <a:ext cx="1520982" cy="302065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8419792" y="3307266"/>
            <a:ext cx="1105976" cy="133969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414555" y="40238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-1111455" y="3744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9" name="Google Shape;269;p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4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271" name="Google Shape;271;p4"/>
          <p:cNvGrpSpPr/>
          <p:nvPr/>
        </p:nvGrpSpPr>
        <p:grpSpPr>
          <a:xfrm rot="5400000" flipH="1">
            <a:off x="7845446" y="144030"/>
            <a:ext cx="1823016" cy="296643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9" name="Google Shape;279;p4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243064" y="160512"/>
            <a:ext cx="1105976" cy="133969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1568655" y="3363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2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310" name="Google Shape;310;p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8" name="Google Shape;348;p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5"/>
          <p:cNvSpPr txBox="1">
            <a:spLocks noGrp="1"/>
          </p:cNvSpPr>
          <p:nvPr>
            <p:ph type="title" idx="2"/>
          </p:nvPr>
        </p:nvSpPr>
        <p:spPr>
          <a:xfrm>
            <a:off x="1540500" y="2903250"/>
            <a:ext cx="26220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0" name="Google Shape;350;p5"/>
          <p:cNvSpPr txBox="1">
            <a:spLocks noGrp="1"/>
          </p:cNvSpPr>
          <p:nvPr>
            <p:ph type="subTitle" idx="1"/>
          </p:nvPr>
        </p:nvSpPr>
        <p:spPr>
          <a:xfrm>
            <a:off x="1540500" y="3299259"/>
            <a:ext cx="2622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5"/>
          <p:cNvSpPr txBox="1">
            <a:spLocks noGrp="1"/>
          </p:cNvSpPr>
          <p:nvPr>
            <p:ph type="title" idx="3"/>
          </p:nvPr>
        </p:nvSpPr>
        <p:spPr>
          <a:xfrm>
            <a:off x="4987075" y="2903250"/>
            <a:ext cx="26220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2" name="Google Shape;352;p5"/>
          <p:cNvSpPr txBox="1">
            <a:spLocks noGrp="1"/>
          </p:cNvSpPr>
          <p:nvPr>
            <p:ph type="subTitle" idx="4"/>
          </p:nvPr>
        </p:nvSpPr>
        <p:spPr>
          <a:xfrm>
            <a:off x="4987075" y="3299258"/>
            <a:ext cx="2622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53" name="Google Shape;353;p5"/>
          <p:cNvGrpSpPr/>
          <p:nvPr/>
        </p:nvGrpSpPr>
        <p:grpSpPr>
          <a:xfrm>
            <a:off x="1062892" y="4807516"/>
            <a:ext cx="1548000" cy="68100"/>
            <a:chOff x="3980838" y="4076181"/>
            <a:chExt cx="1548000" cy="68100"/>
          </a:xfrm>
        </p:grpSpPr>
        <p:sp>
          <p:nvSpPr>
            <p:cNvPr id="354" name="Google Shape;354;p5"/>
            <p:cNvSpPr/>
            <p:nvPr/>
          </p:nvSpPr>
          <p:spPr>
            <a:xfrm>
              <a:off x="39808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41041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42274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43508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44741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45974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47207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48441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49674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50907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52140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53374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54607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7" name="Google Shape;367;p5"/>
          <p:cNvGrpSpPr/>
          <p:nvPr/>
        </p:nvGrpSpPr>
        <p:grpSpPr>
          <a:xfrm rot="5400000" flipH="1">
            <a:off x="-531622" y="163274"/>
            <a:ext cx="1823016" cy="296643"/>
            <a:chOff x="7857346" y="3902355"/>
            <a:chExt cx="1823016" cy="296643"/>
          </a:xfrm>
        </p:grpSpPr>
        <p:sp>
          <p:nvSpPr>
            <p:cNvPr id="368" name="Google Shape;368;p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4" name="Google Shape;374;p5"/>
          <p:cNvGrpSpPr/>
          <p:nvPr/>
        </p:nvGrpSpPr>
        <p:grpSpPr>
          <a:xfrm>
            <a:off x="4664363" y="4961113"/>
            <a:ext cx="1520982" cy="302065"/>
            <a:chOff x="5642557" y="-150670"/>
            <a:chExt cx="1520982" cy="302065"/>
          </a:xfrm>
        </p:grpSpPr>
        <p:sp>
          <p:nvSpPr>
            <p:cNvPr id="375" name="Google Shape;375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" name="Google Shape;380;p5"/>
          <p:cNvGrpSpPr/>
          <p:nvPr/>
        </p:nvGrpSpPr>
        <p:grpSpPr>
          <a:xfrm>
            <a:off x="1557957" y="-107958"/>
            <a:ext cx="1520982" cy="302065"/>
            <a:chOff x="5642557" y="-150670"/>
            <a:chExt cx="1520982" cy="302065"/>
          </a:xfrm>
        </p:grpSpPr>
        <p:sp>
          <p:nvSpPr>
            <p:cNvPr id="381" name="Google Shape;381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" name="Google Shape;386;p5"/>
          <p:cNvGrpSpPr/>
          <p:nvPr/>
        </p:nvGrpSpPr>
        <p:grpSpPr>
          <a:xfrm>
            <a:off x="7855739" y="297302"/>
            <a:ext cx="883262" cy="242091"/>
            <a:chOff x="2300350" y="2601250"/>
            <a:chExt cx="2275275" cy="623625"/>
          </a:xfrm>
        </p:grpSpPr>
        <p:sp>
          <p:nvSpPr>
            <p:cNvPr id="387" name="Google Shape;387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3" name="Google Shape;393;p5"/>
          <p:cNvGrpSpPr/>
          <p:nvPr/>
        </p:nvGrpSpPr>
        <p:grpSpPr>
          <a:xfrm rot="10800000">
            <a:off x="-214148" y="2709227"/>
            <a:ext cx="883262" cy="242091"/>
            <a:chOff x="2300350" y="2601250"/>
            <a:chExt cx="2275275" cy="623625"/>
          </a:xfrm>
        </p:grpSpPr>
        <p:sp>
          <p:nvSpPr>
            <p:cNvPr id="394" name="Google Shape;394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" name="Google Shape;400;p5"/>
          <p:cNvSpPr/>
          <p:nvPr/>
        </p:nvSpPr>
        <p:spPr>
          <a:xfrm rot="5400000" flipH="1">
            <a:off x="8198089" y="410275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1" name="Google Shape;401;p5"/>
          <p:cNvGrpSpPr/>
          <p:nvPr/>
        </p:nvGrpSpPr>
        <p:grpSpPr>
          <a:xfrm rot="10800000" flipH="1">
            <a:off x="8250449" y="4623928"/>
            <a:ext cx="883262" cy="242091"/>
            <a:chOff x="2300350" y="2601250"/>
            <a:chExt cx="2275275" cy="623625"/>
          </a:xfrm>
        </p:grpSpPr>
        <p:sp>
          <p:nvSpPr>
            <p:cNvPr id="402" name="Google Shape;402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10" name="Google Shape;410;p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8" name="Google Shape;448;p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0" name="Google Shape;450;p6"/>
          <p:cNvGrpSpPr/>
          <p:nvPr/>
        </p:nvGrpSpPr>
        <p:grpSpPr>
          <a:xfrm>
            <a:off x="494301" y="4792125"/>
            <a:ext cx="1252897" cy="51000"/>
            <a:chOff x="2915381" y="4104819"/>
            <a:chExt cx="1252897" cy="51000"/>
          </a:xfrm>
        </p:grpSpPr>
        <p:sp>
          <p:nvSpPr>
            <p:cNvPr id="451" name="Google Shape;451;p6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5" name="Google Shape;465;p6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6" name="Google Shape;466;p6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467" name="Google Shape;467;p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2" name="Google Shape;472;p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473" name="Google Shape;473;p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8" name="Google Shape;478;p6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9" name="Google Shape;479;p6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480" name="Google Shape;480;p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6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487" name="Google Shape;487;p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94" name="Google Shape;494;p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7"/>
          <p:cNvSpPr txBox="1">
            <a:spLocks noGrp="1"/>
          </p:cNvSpPr>
          <p:nvPr>
            <p:ph type="title"/>
          </p:nvPr>
        </p:nvSpPr>
        <p:spPr>
          <a:xfrm>
            <a:off x="4433200" y="1945637"/>
            <a:ext cx="399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7"/>
          <p:cNvSpPr txBox="1">
            <a:spLocks noGrp="1"/>
          </p:cNvSpPr>
          <p:nvPr>
            <p:ph type="subTitle" idx="1"/>
          </p:nvPr>
        </p:nvSpPr>
        <p:spPr>
          <a:xfrm>
            <a:off x="4433200" y="2519285"/>
            <a:ext cx="39978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7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7"/>
          <p:cNvSpPr/>
          <p:nvPr/>
        </p:nvSpPr>
        <p:spPr>
          <a:xfrm rot="-5400000">
            <a:off x="348812" y="-552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6" name="Google Shape;536;p7"/>
          <p:cNvGrpSpPr/>
          <p:nvPr/>
        </p:nvGrpSpPr>
        <p:grpSpPr>
          <a:xfrm rot="10800000">
            <a:off x="-11" y="465966"/>
            <a:ext cx="883262" cy="242091"/>
            <a:chOff x="2300350" y="2601250"/>
            <a:chExt cx="2275275" cy="623625"/>
          </a:xfrm>
        </p:grpSpPr>
        <p:sp>
          <p:nvSpPr>
            <p:cNvPr id="537" name="Google Shape;537;p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7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544" name="Google Shape;544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7"/>
          <p:cNvSpPr/>
          <p:nvPr/>
        </p:nvSpPr>
        <p:spPr>
          <a:xfrm rot="5400000">
            <a:off x="5514970" y="-390021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7"/>
          <p:cNvSpPr/>
          <p:nvPr/>
        </p:nvSpPr>
        <p:spPr>
          <a:xfrm rot="5400000">
            <a:off x="5794270" y="-86921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1" name="Google Shape;551;p7"/>
          <p:cNvGrpSpPr/>
          <p:nvPr/>
        </p:nvGrpSpPr>
        <p:grpSpPr>
          <a:xfrm>
            <a:off x="3502226" y="841481"/>
            <a:ext cx="1252897" cy="51000"/>
            <a:chOff x="2915381" y="4104819"/>
            <a:chExt cx="1252897" cy="51000"/>
          </a:xfrm>
        </p:grpSpPr>
        <p:sp>
          <p:nvSpPr>
            <p:cNvPr id="552" name="Google Shape;552;p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6" name="Google Shape;566;p7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7" name="Google Shape;567;p7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568" name="Google Shape;568;p7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1" name="Google Shape;571;p7"/>
          <p:cNvSpPr/>
          <p:nvPr/>
        </p:nvSpPr>
        <p:spPr>
          <a:xfrm rot="10800000">
            <a:off x="419712" y="40640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2" name="Google Shape;572;p7"/>
          <p:cNvGrpSpPr/>
          <p:nvPr/>
        </p:nvGrpSpPr>
        <p:grpSpPr>
          <a:xfrm rot="5400000">
            <a:off x="29239" y="3087771"/>
            <a:ext cx="98902" cy="553090"/>
            <a:chOff x="4898850" y="4820550"/>
            <a:chExt cx="98902" cy="553090"/>
          </a:xfrm>
        </p:grpSpPr>
        <p:sp>
          <p:nvSpPr>
            <p:cNvPr id="573" name="Google Shape;573;p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8" name="Google Shape;578;p7"/>
          <p:cNvGrpSpPr/>
          <p:nvPr/>
        </p:nvGrpSpPr>
        <p:grpSpPr>
          <a:xfrm>
            <a:off x="4954518" y="4958766"/>
            <a:ext cx="1520982" cy="302065"/>
            <a:chOff x="5642557" y="-150670"/>
            <a:chExt cx="1520982" cy="302065"/>
          </a:xfrm>
        </p:grpSpPr>
        <p:sp>
          <p:nvSpPr>
            <p:cNvPr id="579" name="Google Shape;579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586" name="Google Shape;586;p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4" name="Google Shape;624;p8"/>
          <p:cNvSpPr txBox="1">
            <a:spLocks noGrp="1"/>
          </p:cNvSpPr>
          <p:nvPr>
            <p:ph type="title"/>
          </p:nvPr>
        </p:nvSpPr>
        <p:spPr>
          <a:xfrm>
            <a:off x="1182000" y="1320700"/>
            <a:ext cx="6780000" cy="252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25" name="Google Shape;625;p8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6" name="Google Shape;626;p8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627" name="Google Shape;627;p8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8"/>
          <p:cNvGrpSpPr/>
          <p:nvPr/>
        </p:nvGrpSpPr>
        <p:grpSpPr>
          <a:xfrm>
            <a:off x="8059521" y="3662080"/>
            <a:ext cx="1823016" cy="196994"/>
            <a:chOff x="7857346" y="4002005"/>
            <a:chExt cx="1823016" cy="196994"/>
          </a:xfrm>
        </p:grpSpPr>
        <p:sp>
          <p:nvSpPr>
            <p:cNvPr id="630" name="Google Shape;630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3" name="Google Shape;633;p8"/>
          <p:cNvSpPr/>
          <p:nvPr/>
        </p:nvSpPr>
        <p:spPr>
          <a:xfrm rot="10800000">
            <a:off x="7375212" y="40449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4" name="Google Shape;634;p8"/>
          <p:cNvGrpSpPr/>
          <p:nvPr/>
        </p:nvGrpSpPr>
        <p:grpSpPr>
          <a:xfrm rot="-5400000" flipH="1">
            <a:off x="3660496" y="4907217"/>
            <a:ext cx="1823016" cy="296643"/>
            <a:chOff x="7857346" y="3902355"/>
            <a:chExt cx="1823016" cy="296643"/>
          </a:xfrm>
        </p:grpSpPr>
        <p:sp>
          <p:nvSpPr>
            <p:cNvPr id="635" name="Google Shape;635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1" name="Google Shape;641;p8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8"/>
          <p:cNvSpPr/>
          <p:nvPr/>
        </p:nvSpPr>
        <p:spPr>
          <a:xfrm rot="10800000">
            <a:off x="4395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4" name="Google Shape;644;p8"/>
          <p:cNvGrpSpPr/>
          <p:nvPr/>
        </p:nvGrpSpPr>
        <p:grpSpPr>
          <a:xfrm>
            <a:off x="7812807" y="1533337"/>
            <a:ext cx="1520982" cy="302065"/>
            <a:chOff x="5642557" y="-150670"/>
            <a:chExt cx="1520982" cy="302065"/>
          </a:xfrm>
        </p:grpSpPr>
        <p:sp>
          <p:nvSpPr>
            <p:cNvPr id="645" name="Google Shape;645;p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0" name="Google Shape;650;p8"/>
          <p:cNvGrpSpPr/>
          <p:nvPr/>
        </p:nvGrpSpPr>
        <p:grpSpPr>
          <a:xfrm rot="5400000">
            <a:off x="424642" y="3926674"/>
            <a:ext cx="302065" cy="1520982"/>
            <a:chOff x="-108754" y="2690919"/>
            <a:chExt cx="302065" cy="1520982"/>
          </a:xfrm>
        </p:grpSpPr>
        <p:sp>
          <p:nvSpPr>
            <p:cNvPr id="651" name="Google Shape;651;p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6" name="Google Shape;656;p8"/>
          <p:cNvSpPr/>
          <p:nvPr/>
        </p:nvSpPr>
        <p:spPr>
          <a:xfrm rot="-5400000" flipH="1">
            <a:off x="1059557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7" name="Google Shape;657;p8"/>
          <p:cNvGrpSpPr/>
          <p:nvPr/>
        </p:nvGrpSpPr>
        <p:grpSpPr>
          <a:xfrm>
            <a:off x="8327763" y="172353"/>
            <a:ext cx="883262" cy="242091"/>
            <a:chOff x="2300350" y="2601250"/>
            <a:chExt cx="2275275" cy="623625"/>
          </a:xfrm>
        </p:grpSpPr>
        <p:sp>
          <p:nvSpPr>
            <p:cNvPr id="658" name="Google Shape;658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4" name="Google Shape;664;p8"/>
          <p:cNvGrpSpPr/>
          <p:nvPr/>
        </p:nvGrpSpPr>
        <p:grpSpPr>
          <a:xfrm flipH="1">
            <a:off x="-248008" y="1713528"/>
            <a:ext cx="883262" cy="242091"/>
            <a:chOff x="2300350" y="2601250"/>
            <a:chExt cx="2275275" cy="623625"/>
          </a:xfrm>
        </p:grpSpPr>
        <p:sp>
          <p:nvSpPr>
            <p:cNvPr id="665" name="Google Shape;665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1" name="Google Shape;671;p8"/>
          <p:cNvGrpSpPr/>
          <p:nvPr/>
        </p:nvGrpSpPr>
        <p:grpSpPr>
          <a:xfrm rot="-5400000">
            <a:off x="3666586" y="-57798"/>
            <a:ext cx="1823016" cy="296643"/>
            <a:chOff x="7857346" y="3902355"/>
            <a:chExt cx="1823016" cy="296643"/>
          </a:xfrm>
        </p:grpSpPr>
        <p:sp>
          <p:nvSpPr>
            <p:cNvPr id="672" name="Google Shape;672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680" name="Google Shape;680;p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8" name="Google Shape;718;p9"/>
          <p:cNvSpPr txBox="1">
            <a:spLocks noGrp="1"/>
          </p:cNvSpPr>
          <p:nvPr>
            <p:ph type="subTitle" idx="1"/>
          </p:nvPr>
        </p:nvSpPr>
        <p:spPr>
          <a:xfrm>
            <a:off x="1656875" y="2480906"/>
            <a:ext cx="5830200" cy="14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9"/>
          <p:cNvSpPr txBox="1">
            <a:spLocks noGrp="1"/>
          </p:cNvSpPr>
          <p:nvPr>
            <p:ph type="title"/>
          </p:nvPr>
        </p:nvSpPr>
        <p:spPr>
          <a:xfrm>
            <a:off x="1656875" y="1241200"/>
            <a:ext cx="5830200" cy="1169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0" name="Google Shape;720;p9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1" name="Google Shape;721;p9"/>
          <p:cNvGrpSpPr/>
          <p:nvPr/>
        </p:nvGrpSpPr>
        <p:grpSpPr>
          <a:xfrm rot="10800000">
            <a:off x="-11" y="779178"/>
            <a:ext cx="883262" cy="242091"/>
            <a:chOff x="2300350" y="2601250"/>
            <a:chExt cx="2275275" cy="623625"/>
          </a:xfrm>
        </p:grpSpPr>
        <p:sp>
          <p:nvSpPr>
            <p:cNvPr id="722" name="Google Shape;722;p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8" name="Google Shape;728;p9"/>
          <p:cNvSpPr/>
          <p:nvPr/>
        </p:nvSpPr>
        <p:spPr>
          <a:xfrm rot="5400000">
            <a:off x="1495470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9"/>
          <p:cNvSpPr/>
          <p:nvPr/>
        </p:nvSpPr>
        <p:spPr>
          <a:xfrm rot="5400000">
            <a:off x="1774770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9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1" name="Google Shape;731;p9"/>
          <p:cNvGrpSpPr/>
          <p:nvPr/>
        </p:nvGrpSpPr>
        <p:grpSpPr>
          <a:xfrm>
            <a:off x="-1414555" y="3287329"/>
            <a:ext cx="2297800" cy="347400"/>
            <a:chOff x="-1414555" y="3439729"/>
            <a:chExt cx="2297800" cy="347400"/>
          </a:xfrm>
        </p:grpSpPr>
        <p:sp>
          <p:nvSpPr>
            <p:cNvPr id="732" name="Google Shape;732;p9"/>
            <p:cNvSpPr/>
            <p:nvPr/>
          </p:nvSpPr>
          <p:spPr>
            <a:xfrm>
              <a:off x="-1414555" y="3719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-1111455" y="3439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4" name="Google Shape;734;p9"/>
          <p:cNvGrpSpPr/>
          <p:nvPr/>
        </p:nvGrpSpPr>
        <p:grpSpPr>
          <a:xfrm>
            <a:off x="5512632" y="-116346"/>
            <a:ext cx="1520982" cy="302065"/>
            <a:chOff x="5642557" y="-150670"/>
            <a:chExt cx="1520982" cy="302065"/>
          </a:xfrm>
        </p:grpSpPr>
        <p:sp>
          <p:nvSpPr>
            <p:cNvPr id="735" name="Google Shape;735;p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9"/>
          <p:cNvGrpSpPr/>
          <p:nvPr/>
        </p:nvGrpSpPr>
        <p:grpSpPr>
          <a:xfrm rot="10800000" flipH="1">
            <a:off x="7918521" y="1923880"/>
            <a:ext cx="1823016" cy="296643"/>
            <a:chOff x="7857346" y="3902355"/>
            <a:chExt cx="1823016" cy="296643"/>
          </a:xfrm>
        </p:grpSpPr>
        <p:sp>
          <p:nvSpPr>
            <p:cNvPr id="741" name="Google Shape;741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9"/>
          <p:cNvGrpSpPr/>
          <p:nvPr/>
        </p:nvGrpSpPr>
        <p:grpSpPr>
          <a:xfrm flipH="1">
            <a:off x="-799254" y="2157805"/>
            <a:ext cx="1823016" cy="196994"/>
            <a:chOff x="7857346" y="4002005"/>
            <a:chExt cx="1823016" cy="196994"/>
          </a:xfrm>
        </p:grpSpPr>
        <p:sp>
          <p:nvSpPr>
            <p:cNvPr id="748" name="Google Shape;748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1" name="Google Shape;751;p9"/>
          <p:cNvGrpSpPr/>
          <p:nvPr/>
        </p:nvGrpSpPr>
        <p:grpSpPr>
          <a:xfrm>
            <a:off x="8331253" y="3180067"/>
            <a:ext cx="1105976" cy="133969"/>
            <a:chOff x="8183182" y="663852"/>
            <a:chExt cx="1475028" cy="178673"/>
          </a:xfrm>
        </p:grpSpPr>
        <p:grpSp>
          <p:nvGrpSpPr>
            <p:cNvPr id="752" name="Google Shape;752;p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753" name="Google Shape;753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3" name="Google Shape;763;p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764" name="Google Shape;764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4" name="Google Shape;774;p9"/>
          <p:cNvGrpSpPr/>
          <p:nvPr/>
        </p:nvGrpSpPr>
        <p:grpSpPr>
          <a:xfrm rot="5400000">
            <a:off x="85100" y="4288025"/>
            <a:ext cx="98902" cy="553090"/>
            <a:chOff x="4898850" y="4820550"/>
            <a:chExt cx="98902" cy="553090"/>
          </a:xfrm>
        </p:grpSpPr>
        <p:sp>
          <p:nvSpPr>
            <p:cNvPr id="775" name="Google Shape;775;p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"/>
          <p:cNvSpPr txBox="1">
            <a:spLocks noGrp="1"/>
          </p:cNvSpPr>
          <p:nvPr>
            <p:ph type="body" idx="1"/>
          </p:nvPr>
        </p:nvSpPr>
        <p:spPr>
          <a:xfrm>
            <a:off x="1109550" y="4079027"/>
            <a:ext cx="6924900" cy="449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Exo"/>
                <a:ea typeface="Exo"/>
                <a:cs typeface="Exo"/>
                <a:sym typeface="Exo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783;p1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784" name="Google Shape;784;p1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2" name="Google Shape;822;p11"/>
          <p:cNvSpPr txBox="1">
            <a:spLocks noGrp="1"/>
          </p:cNvSpPr>
          <p:nvPr>
            <p:ph type="title" hasCustomPrompt="1"/>
          </p:nvPr>
        </p:nvSpPr>
        <p:spPr>
          <a:xfrm>
            <a:off x="713100" y="1328587"/>
            <a:ext cx="7717800" cy="1671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3" name="Google Shape;823;p11"/>
          <p:cNvSpPr txBox="1">
            <a:spLocks noGrp="1"/>
          </p:cNvSpPr>
          <p:nvPr>
            <p:ph type="subTitle" idx="1"/>
          </p:nvPr>
        </p:nvSpPr>
        <p:spPr>
          <a:xfrm>
            <a:off x="2037000" y="3075825"/>
            <a:ext cx="5070000" cy="3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24" name="Google Shape;824;p11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5" name="Google Shape;825;p11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826" name="Google Shape;82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1" name="Google Shape;831;p11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832" name="Google Shape;832;p1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11"/>
          <p:cNvSpPr/>
          <p:nvPr/>
        </p:nvSpPr>
        <p:spPr>
          <a:xfrm>
            <a:off x="-1414555" y="33380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1"/>
          <p:cNvSpPr/>
          <p:nvPr/>
        </p:nvSpPr>
        <p:spPr>
          <a:xfrm>
            <a:off x="-1111455" y="30587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9" name="Google Shape;839;p11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840" name="Google Shape;840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" name="Google Shape;843;p11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844" name="Google Shape;844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11"/>
          <p:cNvSpPr/>
          <p:nvPr/>
        </p:nvSpPr>
        <p:spPr>
          <a:xfrm rot="5400000">
            <a:off x="5457595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11"/>
          <p:cNvSpPr/>
          <p:nvPr/>
        </p:nvSpPr>
        <p:spPr>
          <a:xfrm rot="5400000">
            <a:off x="5736895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1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11"/>
          <p:cNvSpPr/>
          <p:nvPr/>
        </p:nvSpPr>
        <p:spPr>
          <a:xfrm rot="5400000">
            <a:off x="8208386" y="420378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11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5" name="Google Shape;855;p11"/>
          <p:cNvGrpSpPr/>
          <p:nvPr/>
        </p:nvGrpSpPr>
        <p:grpSpPr>
          <a:xfrm>
            <a:off x="7965207" y="312162"/>
            <a:ext cx="1520982" cy="302065"/>
            <a:chOff x="5642557" y="-150670"/>
            <a:chExt cx="1520982" cy="302065"/>
          </a:xfrm>
        </p:grpSpPr>
        <p:sp>
          <p:nvSpPr>
            <p:cNvPr id="856" name="Google Shape;85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1" name="Google Shape;861;p11"/>
          <p:cNvGrpSpPr/>
          <p:nvPr/>
        </p:nvGrpSpPr>
        <p:grpSpPr>
          <a:xfrm>
            <a:off x="8495989" y="3241228"/>
            <a:ext cx="883262" cy="242091"/>
            <a:chOff x="2300350" y="2601250"/>
            <a:chExt cx="2275275" cy="623625"/>
          </a:xfrm>
        </p:grpSpPr>
        <p:sp>
          <p:nvSpPr>
            <p:cNvPr id="862" name="Google Shape;862;p1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8" name="Google Shape;868;p11"/>
          <p:cNvGrpSpPr/>
          <p:nvPr/>
        </p:nvGrpSpPr>
        <p:grpSpPr>
          <a:xfrm>
            <a:off x="8267392" y="1860741"/>
            <a:ext cx="1105976" cy="133969"/>
            <a:chOff x="8183182" y="663852"/>
            <a:chExt cx="1475028" cy="178673"/>
          </a:xfrm>
        </p:grpSpPr>
        <p:grpSp>
          <p:nvGrpSpPr>
            <p:cNvPr id="869" name="Google Shape;869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870" name="Google Shape;870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0" name="Google Shape;880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881" name="Google Shape;881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1" name="Google Shape;891;p1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892" name="Google Shape;892;p1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6" name="Google Shape;906;p11"/>
          <p:cNvGrpSpPr/>
          <p:nvPr/>
        </p:nvGrpSpPr>
        <p:grpSpPr>
          <a:xfrm>
            <a:off x="-235013" y="829744"/>
            <a:ext cx="1105976" cy="133969"/>
            <a:chOff x="8183182" y="663852"/>
            <a:chExt cx="1475028" cy="178673"/>
          </a:xfrm>
        </p:grpSpPr>
        <p:grpSp>
          <p:nvGrpSpPr>
            <p:cNvPr id="907" name="Google Shape;907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8" name="Google Shape;908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8" name="Google Shape;918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919" name="Google Shape;919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1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932" name="Google Shape;932;p1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0" name="Google Shape;970;p1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71" name="Google Shape;971;p13"/>
          <p:cNvSpPr txBox="1">
            <a:spLocks noGrp="1"/>
          </p:cNvSpPr>
          <p:nvPr>
            <p:ph type="title" idx="2"/>
          </p:nvPr>
        </p:nvSpPr>
        <p:spPr>
          <a:xfrm>
            <a:off x="776550" y="198245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2" name="Google Shape;972;p13"/>
          <p:cNvSpPr txBox="1">
            <a:spLocks noGrp="1"/>
          </p:cNvSpPr>
          <p:nvPr>
            <p:ph type="subTitle" idx="1"/>
          </p:nvPr>
        </p:nvSpPr>
        <p:spPr>
          <a:xfrm>
            <a:off x="776550" y="239105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13"/>
          <p:cNvSpPr txBox="1">
            <a:spLocks noGrp="1"/>
          </p:cNvSpPr>
          <p:nvPr>
            <p:ph type="title" idx="3" hasCustomPrompt="1"/>
          </p:nvPr>
        </p:nvSpPr>
        <p:spPr>
          <a:xfrm>
            <a:off x="776550" y="1345282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4" name="Google Shape;974;p13"/>
          <p:cNvSpPr txBox="1">
            <a:spLocks noGrp="1"/>
          </p:cNvSpPr>
          <p:nvPr>
            <p:ph type="title" idx="4"/>
          </p:nvPr>
        </p:nvSpPr>
        <p:spPr>
          <a:xfrm>
            <a:off x="34711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5" name="Google Shape;975;p13"/>
          <p:cNvSpPr txBox="1">
            <a:spLocks noGrp="1"/>
          </p:cNvSpPr>
          <p:nvPr>
            <p:ph type="subTitle" idx="5"/>
          </p:nvPr>
        </p:nvSpPr>
        <p:spPr>
          <a:xfrm>
            <a:off x="34711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6" name="Google Shape;976;p13"/>
          <p:cNvSpPr txBox="1">
            <a:spLocks noGrp="1"/>
          </p:cNvSpPr>
          <p:nvPr>
            <p:ph type="title" idx="6" hasCustomPrompt="1"/>
          </p:nvPr>
        </p:nvSpPr>
        <p:spPr>
          <a:xfrm>
            <a:off x="34711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7" name="Google Shape;977;p13"/>
          <p:cNvSpPr txBox="1">
            <a:spLocks noGrp="1"/>
          </p:cNvSpPr>
          <p:nvPr>
            <p:ph type="title" idx="7"/>
          </p:nvPr>
        </p:nvSpPr>
        <p:spPr>
          <a:xfrm>
            <a:off x="61498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8" name="Google Shape;978;p13"/>
          <p:cNvSpPr txBox="1">
            <a:spLocks noGrp="1"/>
          </p:cNvSpPr>
          <p:nvPr>
            <p:ph type="subTitle" idx="8"/>
          </p:nvPr>
        </p:nvSpPr>
        <p:spPr>
          <a:xfrm>
            <a:off x="61498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9" name="Google Shape;979;p13"/>
          <p:cNvSpPr txBox="1">
            <a:spLocks noGrp="1"/>
          </p:cNvSpPr>
          <p:nvPr>
            <p:ph type="title" idx="9" hasCustomPrompt="1"/>
          </p:nvPr>
        </p:nvSpPr>
        <p:spPr>
          <a:xfrm>
            <a:off x="61498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>
            <a:spLocks noGrp="1"/>
          </p:cNvSpPr>
          <p:nvPr>
            <p:ph type="title" idx="13"/>
          </p:nvPr>
        </p:nvSpPr>
        <p:spPr>
          <a:xfrm>
            <a:off x="776550" y="361784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1" name="Google Shape;981;p13"/>
          <p:cNvSpPr txBox="1">
            <a:spLocks noGrp="1"/>
          </p:cNvSpPr>
          <p:nvPr>
            <p:ph type="subTitle" idx="14"/>
          </p:nvPr>
        </p:nvSpPr>
        <p:spPr>
          <a:xfrm>
            <a:off x="776550" y="402644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13"/>
          <p:cNvSpPr txBox="1">
            <a:spLocks noGrp="1"/>
          </p:cNvSpPr>
          <p:nvPr>
            <p:ph type="title" idx="15" hasCustomPrompt="1"/>
          </p:nvPr>
        </p:nvSpPr>
        <p:spPr>
          <a:xfrm>
            <a:off x="776550" y="2980641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3" name="Google Shape;983;p13"/>
          <p:cNvSpPr txBox="1">
            <a:spLocks noGrp="1"/>
          </p:cNvSpPr>
          <p:nvPr>
            <p:ph type="title" idx="16"/>
          </p:nvPr>
        </p:nvSpPr>
        <p:spPr>
          <a:xfrm>
            <a:off x="34711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4" name="Google Shape;984;p13"/>
          <p:cNvSpPr txBox="1">
            <a:spLocks noGrp="1"/>
          </p:cNvSpPr>
          <p:nvPr>
            <p:ph type="subTitle" idx="17"/>
          </p:nvPr>
        </p:nvSpPr>
        <p:spPr>
          <a:xfrm>
            <a:off x="34711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13"/>
          <p:cNvSpPr txBox="1">
            <a:spLocks noGrp="1"/>
          </p:cNvSpPr>
          <p:nvPr>
            <p:ph type="title" idx="18" hasCustomPrompt="1"/>
          </p:nvPr>
        </p:nvSpPr>
        <p:spPr>
          <a:xfrm>
            <a:off x="34711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6" name="Google Shape;986;p13"/>
          <p:cNvSpPr txBox="1">
            <a:spLocks noGrp="1"/>
          </p:cNvSpPr>
          <p:nvPr>
            <p:ph type="title" idx="19"/>
          </p:nvPr>
        </p:nvSpPr>
        <p:spPr>
          <a:xfrm>
            <a:off x="61498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7" name="Google Shape;987;p13"/>
          <p:cNvSpPr txBox="1">
            <a:spLocks noGrp="1"/>
          </p:cNvSpPr>
          <p:nvPr>
            <p:ph type="subTitle" idx="20"/>
          </p:nvPr>
        </p:nvSpPr>
        <p:spPr>
          <a:xfrm>
            <a:off x="61498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13"/>
          <p:cNvSpPr txBox="1">
            <a:spLocks noGrp="1"/>
          </p:cNvSpPr>
          <p:nvPr>
            <p:ph type="title" idx="21" hasCustomPrompt="1"/>
          </p:nvPr>
        </p:nvSpPr>
        <p:spPr>
          <a:xfrm>
            <a:off x="61498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989" name="Google Shape;989;p13"/>
          <p:cNvGrpSpPr/>
          <p:nvPr/>
        </p:nvGrpSpPr>
        <p:grpSpPr>
          <a:xfrm rot="5400000">
            <a:off x="8381450" y="4569182"/>
            <a:ext cx="98902" cy="553090"/>
            <a:chOff x="4898850" y="4820550"/>
            <a:chExt cx="98902" cy="553090"/>
          </a:xfrm>
        </p:grpSpPr>
        <p:sp>
          <p:nvSpPr>
            <p:cNvPr id="990" name="Google Shape;990;p1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5" name="Google Shape;995;p13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6" name="Google Shape;996;p13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997" name="Google Shape;997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3" name="Google Shape;1003;p13"/>
          <p:cNvSpPr/>
          <p:nvPr/>
        </p:nvSpPr>
        <p:spPr>
          <a:xfrm rot="5400000" flipH="1">
            <a:off x="8216276" y="-33530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4" name="Google Shape;1004;p13"/>
          <p:cNvGrpSpPr/>
          <p:nvPr/>
        </p:nvGrpSpPr>
        <p:grpSpPr>
          <a:xfrm>
            <a:off x="-256008" y="4796266"/>
            <a:ext cx="1105976" cy="133969"/>
            <a:chOff x="8183182" y="663852"/>
            <a:chExt cx="1475028" cy="178673"/>
          </a:xfrm>
        </p:grpSpPr>
        <p:grpSp>
          <p:nvGrpSpPr>
            <p:cNvPr id="1005" name="Google Shape;1005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06" name="Google Shape;1006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6" name="Google Shape;1016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27" name="Google Shape;1027;p13"/>
          <p:cNvGrpSpPr/>
          <p:nvPr/>
        </p:nvGrpSpPr>
        <p:grpSpPr>
          <a:xfrm>
            <a:off x="8290084" y="239916"/>
            <a:ext cx="1105976" cy="133969"/>
            <a:chOff x="8183182" y="663852"/>
            <a:chExt cx="1475028" cy="178673"/>
          </a:xfrm>
        </p:grpSpPr>
        <p:grpSp>
          <p:nvGrpSpPr>
            <p:cNvPr id="1028" name="Google Shape;1028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29" name="Google Shape;1029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9" name="Google Shape;1039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0" name="Google Shape;1050;p13"/>
          <p:cNvGrpSpPr/>
          <p:nvPr/>
        </p:nvGrpSpPr>
        <p:grpSpPr>
          <a:xfrm rot="5400000">
            <a:off x="8428614" y="2891627"/>
            <a:ext cx="883262" cy="242091"/>
            <a:chOff x="2300350" y="2601250"/>
            <a:chExt cx="2275275" cy="623625"/>
          </a:xfrm>
        </p:grpSpPr>
        <p:sp>
          <p:nvSpPr>
            <p:cNvPr id="1051" name="Google Shape;1051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1634157" y="-107958"/>
            <a:ext cx="1520982" cy="302065"/>
            <a:chOff x="5642557" y="-150670"/>
            <a:chExt cx="1520982" cy="302065"/>
          </a:xfrm>
        </p:grpSpPr>
        <p:sp>
          <p:nvSpPr>
            <p:cNvPr id="1058" name="Google Shape;1058;p1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3"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p1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65" name="Google Shape;1065;p1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3" name="Google Shape;1103;p14"/>
          <p:cNvSpPr txBox="1">
            <a:spLocks noGrp="1"/>
          </p:cNvSpPr>
          <p:nvPr>
            <p:ph type="title"/>
          </p:nvPr>
        </p:nvSpPr>
        <p:spPr>
          <a:xfrm>
            <a:off x="1858000" y="3253511"/>
            <a:ext cx="5428800" cy="434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04" name="Google Shape;1104;p14"/>
          <p:cNvSpPr txBox="1">
            <a:spLocks noGrp="1"/>
          </p:cNvSpPr>
          <p:nvPr>
            <p:ph type="subTitle" idx="1"/>
          </p:nvPr>
        </p:nvSpPr>
        <p:spPr>
          <a:xfrm>
            <a:off x="2262900" y="1459638"/>
            <a:ext cx="4618200" cy="16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105" name="Google Shape;1105;p14"/>
          <p:cNvSpPr/>
          <p:nvPr/>
        </p:nvSpPr>
        <p:spPr>
          <a:xfrm rot="-5400000" flipH="1">
            <a:off x="348818" y="420789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6" name="Google Shape;1106;p14"/>
          <p:cNvGrpSpPr/>
          <p:nvPr/>
        </p:nvGrpSpPr>
        <p:grpSpPr>
          <a:xfrm rot="-5400000">
            <a:off x="6107446" y="30626"/>
            <a:ext cx="1823016" cy="296643"/>
            <a:chOff x="7857346" y="3902355"/>
            <a:chExt cx="1823016" cy="296643"/>
          </a:xfrm>
        </p:grpSpPr>
        <p:sp>
          <p:nvSpPr>
            <p:cNvPr id="1107" name="Google Shape;1107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3" name="Google Shape;1113;p14"/>
          <p:cNvSpPr/>
          <p:nvPr/>
        </p:nvSpPr>
        <p:spPr>
          <a:xfrm flipH="1">
            <a:off x="8088870" y="21452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4" name="Google Shape;1114;p14"/>
          <p:cNvGrpSpPr/>
          <p:nvPr/>
        </p:nvGrpSpPr>
        <p:grpSpPr>
          <a:xfrm>
            <a:off x="8658746" y="2958680"/>
            <a:ext cx="1823016" cy="196994"/>
            <a:chOff x="7857346" y="4002005"/>
            <a:chExt cx="1823016" cy="196994"/>
          </a:xfrm>
        </p:grpSpPr>
        <p:sp>
          <p:nvSpPr>
            <p:cNvPr id="1115" name="Google Shape;1115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8" name="Google Shape;1118;p14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14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0" name="Google Shape;1120;p14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121" name="Google Shape;1121;p14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6" name="Google Shape;1126;p14"/>
          <p:cNvGrpSpPr/>
          <p:nvPr/>
        </p:nvGrpSpPr>
        <p:grpSpPr>
          <a:xfrm>
            <a:off x="4296532" y="4950349"/>
            <a:ext cx="1520982" cy="302065"/>
            <a:chOff x="5642557" y="-150670"/>
            <a:chExt cx="1520982" cy="302065"/>
          </a:xfrm>
        </p:grpSpPr>
        <p:sp>
          <p:nvSpPr>
            <p:cNvPr id="1127" name="Google Shape;1127;p1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2" name="Google Shape;1132;p14"/>
          <p:cNvGrpSpPr/>
          <p:nvPr/>
        </p:nvGrpSpPr>
        <p:grpSpPr>
          <a:xfrm rot="5400000">
            <a:off x="6750925" y="4175162"/>
            <a:ext cx="98902" cy="553090"/>
            <a:chOff x="4898850" y="4820550"/>
            <a:chExt cx="98902" cy="553090"/>
          </a:xfrm>
        </p:grpSpPr>
        <p:sp>
          <p:nvSpPr>
            <p:cNvPr id="1133" name="Google Shape;1133;p1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8" name="Google Shape;1138;p14"/>
          <p:cNvGrpSpPr/>
          <p:nvPr/>
        </p:nvGrpSpPr>
        <p:grpSpPr>
          <a:xfrm>
            <a:off x="-1414555" y="3744529"/>
            <a:ext cx="2297800" cy="347400"/>
            <a:chOff x="-1414555" y="3744529"/>
            <a:chExt cx="2297800" cy="347400"/>
          </a:xfrm>
        </p:grpSpPr>
        <p:sp>
          <p:nvSpPr>
            <p:cNvPr id="1139" name="Google Shape;1139;p14"/>
            <p:cNvSpPr/>
            <p:nvPr/>
          </p:nvSpPr>
          <p:spPr>
            <a:xfrm>
              <a:off x="-1414555" y="40238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-1111455" y="37445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14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1142" name="Google Shape;1142;p1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BLANK_4"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1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150" name="Google Shape;1150;p1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8" name="Google Shape;1188;p15"/>
          <p:cNvSpPr txBox="1">
            <a:spLocks noGrp="1"/>
          </p:cNvSpPr>
          <p:nvPr>
            <p:ph type="title"/>
          </p:nvPr>
        </p:nvSpPr>
        <p:spPr>
          <a:xfrm>
            <a:off x="864525" y="2215425"/>
            <a:ext cx="6772200" cy="81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89" name="Google Shape;1189;p15"/>
          <p:cNvSpPr txBox="1">
            <a:spLocks noGrp="1"/>
          </p:cNvSpPr>
          <p:nvPr>
            <p:ph type="subTitle" idx="1"/>
          </p:nvPr>
        </p:nvSpPr>
        <p:spPr>
          <a:xfrm>
            <a:off x="864525" y="3045400"/>
            <a:ext cx="6646200" cy="7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90" name="Google Shape;1190;p15"/>
          <p:cNvSpPr txBox="1">
            <a:spLocks noGrp="1"/>
          </p:cNvSpPr>
          <p:nvPr>
            <p:ph type="title" idx="2" hasCustomPrompt="1"/>
          </p:nvPr>
        </p:nvSpPr>
        <p:spPr>
          <a:xfrm>
            <a:off x="864525" y="910725"/>
            <a:ext cx="2130300" cy="1304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91" name="Google Shape;1191;p15"/>
          <p:cNvGrpSpPr/>
          <p:nvPr/>
        </p:nvGrpSpPr>
        <p:grpSpPr>
          <a:xfrm rot="5400000">
            <a:off x="-32670" y="1621025"/>
            <a:ext cx="98902" cy="553090"/>
            <a:chOff x="4898850" y="4820550"/>
            <a:chExt cx="98902" cy="553090"/>
          </a:xfrm>
        </p:grpSpPr>
        <p:sp>
          <p:nvSpPr>
            <p:cNvPr id="1192" name="Google Shape;1192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7" name="Google Shape;1197;p15"/>
          <p:cNvSpPr/>
          <p:nvPr/>
        </p:nvSpPr>
        <p:spPr>
          <a:xfrm rot="-5400000">
            <a:off x="348818" y="3906123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15"/>
          <p:cNvSpPr/>
          <p:nvPr/>
        </p:nvSpPr>
        <p:spPr>
          <a:xfrm rot="5400000">
            <a:off x="-562205" y="-3395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15"/>
          <p:cNvSpPr/>
          <p:nvPr/>
        </p:nvSpPr>
        <p:spPr>
          <a:xfrm rot="5400000">
            <a:off x="-282905" y="-364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15"/>
          <p:cNvSpPr/>
          <p:nvPr/>
        </p:nvSpPr>
        <p:spPr>
          <a:xfrm rot="10800000" flipH="1">
            <a:off x="2891470" y="48422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15"/>
          <p:cNvSpPr/>
          <p:nvPr/>
        </p:nvSpPr>
        <p:spPr>
          <a:xfrm>
            <a:off x="8535575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2" name="Google Shape;1202;p15"/>
          <p:cNvGrpSpPr/>
          <p:nvPr/>
        </p:nvGrpSpPr>
        <p:grpSpPr>
          <a:xfrm flipH="1">
            <a:off x="7898009" y="350736"/>
            <a:ext cx="1520982" cy="302065"/>
            <a:chOff x="5642557" y="-150670"/>
            <a:chExt cx="1520982" cy="302065"/>
          </a:xfrm>
        </p:grpSpPr>
        <p:sp>
          <p:nvSpPr>
            <p:cNvPr id="1203" name="Google Shape;1203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208;p15"/>
          <p:cNvGrpSpPr/>
          <p:nvPr/>
        </p:nvGrpSpPr>
        <p:grpSpPr>
          <a:xfrm rot="5400000">
            <a:off x="109552" y="1954025"/>
            <a:ext cx="98902" cy="553090"/>
            <a:chOff x="4898850" y="4820550"/>
            <a:chExt cx="98902" cy="553090"/>
          </a:xfrm>
        </p:grpSpPr>
        <p:sp>
          <p:nvSpPr>
            <p:cNvPr id="1209" name="Google Shape;1209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4" name="Google Shape;1214;p15"/>
          <p:cNvGrpSpPr/>
          <p:nvPr/>
        </p:nvGrpSpPr>
        <p:grpSpPr>
          <a:xfrm>
            <a:off x="4682157" y="-107958"/>
            <a:ext cx="1520982" cy="302065"/>
            <a:chOff x="5642557" y="-150670"/>
            <a:chExt cx="1520982" cy="302065"/>
          </a:xfrm>
        </p:grpSpPr>
        <p:sp>
          <p:nvSpPr>
            <p:cNvPr id="1215" name="Google Shape;1215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0" name="Google Shape;1220;p15"/>
          <p:cNvGrpSpPr/>
          <p:nvPr/>
        </p:nvGrpSpPr>
        <p:grpSpPr>
          <a:xfrm>
            <a:off x="7881845" y="4336579"/>
            <a:ext cx="2297800" cy="347400"/>
            <a:chOff x="7881845" y="4031779"/>
            <a:chExt cx="2297800" cy="347400"/>
          </a:xfrm>
        </p:grpSpPr>
        <p:sp>
          <p:nvSpPr>
            <p:cNvPr id="1221" name="Google Shape;1221;p15"/>
            <p:cNvSpPr/>
            <p:nvPr/>
          </p:nvSpPr>
          <p:spPr>
            <a:xfrm flipH="1">
              <a:off x="8184945" y="43110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5"/>
            <p:cNvSpPr/>
            <p:nvPr/>
          </p:nvSpPr>
          <p:spPr>
            <a:xfrm flipH="1">
              <a:off x="7881845" y="40317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BLANK_8"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224;p1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25" name="Google Shape;1225;p1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3" name="Google Shape;1263;p16"/>
          <p:cNvSpPr txBox="1">
            <a:spLocks noGrp="1"/>
          </p:cNvSpPr>
          <p:nvPr>
            <p:ph type="title"/>
          </p:nvPr>
        </p:nvSpPr>
        <p:spPr>
          <a:xfrm>
            <a:off x="713100" y="2310138"/>
            <a:ext cx="75834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64" name="Google Shape;1264;p16"/>
          <p:cNvSpPr txBox="1">
            <a:spLocks noGrp="1"/>
          </p:cNvSpPr>
          <p:nvPr>
            <p:ph type="subTitle" idx="1"/>
          </p:nvPr>
        </p:nvSpPr>
        <p:spPr>
          <a:xfrm>
            <a:off x="3567000" y="3208800"/>
            <a:ext cx="4729500" cy="7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65" name="Google Shape;1265;p16"/>
          <p:cNvSpPr txBox="1">
            <a:spLocks noGrp="1"/>
          </p:cNvSpPr>
          <p:nvPr>
            <p:ph type="title" idx="2" hasCustomPrompt="1"/>
          </p:nvPr>
        </p:nvSpPr>
        <p:spPr>
          <a:xfrm>
            <a:off x="5961000" y="1332575"/>
            <a:ext cx="23355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6" name="Google Shape;1266;p16"/>
          <p:cNvSpPr/>
          <p:nvPr/>
        </p:nvSpPr>
        <p:spPr>
          <a:xfrm rot="5400000">
            <a:off x="8206161" y="418730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16"/>
          <p:cNvSpPr/>
          <p:nvPr/>
        </p:nvSpPr>
        <p:spPr>
          <a:xfrm rot="-5400000">
            <a:off x="348812" y="4104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8" name="Google Shape;1268;p16"/>
          <p:cNvGrpSpPr/>
          <p:nvPr/>
        </p:nvGrpSpPr>
        <p:grpSpPr>
          <a:xfrm rot="10800000">
            <a:off x="-11" y="931578"/>
            <a:ext cx="883262" cy="242091"/>
            <a:chOff x="2300350" y="2601250"/>
            <a:chExt cx="2275275" cy="623625"/>
          </a:xfrm>
        </p:grpSpPr>
        <p:sp>
          <p:nvSpPr>
            <p:cNvPr id="1269" name="Google Shape;1269;p1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5" name="Google Shape;1275;p1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1276" name="Google Shape;1276;p1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1" name="Google Shape;1281;p16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1282" name="Google Shape;1282;p16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4" name="Google Shape;1284;p16"/>
          <p:cNvSpPr/>
          <p:nvPr/>
        </p:nvSpPr>
        <p:spPr>
          <a:xfrm rot="10800000">
            <a:off x="568018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5" name="Google Shape;1285;p16"/>
          <p:cNvGrpSpPr/>
          <p:nvPr/>
        </p:nvGrpSpPr>
        <p:grpSpPr>
          <a:xfrm rot="5400000">
            <a:off x="7927205" y="4153629"/>
            <a:ext cx="1823016" cy="296643"/>
            <a:chOff x="7857346" y="3902355"/>
            <a:chExt cx="1823016" cy="296643"/>
          </a:xfrm>
        </p:grpSpPr>
        <p:sp>
          <p:nvSpPr>
            <p:cNvPr id="1286" name="Google Shape;1286;p16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2" name="Google Shape;1292;p16"/>
          <p:cNvGrpSpPr/>
          <p:nvPr/>
        </p:nvGrpSpPr>
        <p:grpSpPr>
          <a:xfrm>
            <a:off x="2610895" y="-1455296"/>
            <a:ext cx="347400" cy="2297800"/>
            <a:chOff x="2610895" y="-1455296"/>
            <a:chExt cx="347400" cy="2297800"/>
          </a:xfrm>
        </p:grpSpPr>
        <p:sp>
          <p:nvSpPr>
            <p:cNvPr id="1293" name="Google Shape;1293;p16"/>
            <p:cNvSpPr/>
            <p:nvPr/>
          </p:nvSpPr>
          <p:spPr>
            <a:xfrm rot="5400000">
              <a:off x="164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 rot="5400000">
              <a:off x="192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5" name="Google Shape;1295;p16"/>
          <p:cNvSpPr/>
          <p:nvPr/>
        </p:nvSpPr>
        <p:spPr>
          <a:xfrm rot="10800000" flipH="1">
            <a:off x="2358070" y="47660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6" name="Google Shape;1296;p1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7" name="Google Shape;1297;p16"/>
          <p:cNvGrpSpPr/>
          <p:nvPr/>
        </p:nvGrpSpPr>
        <p:grpSpPr>
          <a:xfrm>
            <a:off x="5373295" y="-112914"/>
            <a:ext cx="1520982" cy="302065"/>
            <a:chOff x="5642557" y="-150670"/>
            <a:chExt cx="1520982" cy="302065"/>
          </a:xfrm>
        </p:grpSpPr>
        <p:sp>
          <p:nvSpPr>
            <p:cNvPr id="1298" name="Google Shape;1298;p1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9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3" name="Google Shape;1343;p17"/>
          <p:cNvSpPr txBox="1">
            <a:spLocks noGrp="1"/>
          </p:cNvSpPr>
          <p:nvPr>
            <p:ph type="title"/>
          </p:nvPr>
        </p:nvSpPr>
        <p:spPr>
          <a:xfrm>
            <a:off x="713100" y="1088819"/>
            <a:ext cx="4401600" cy="1198800"/>
          </a:xfrm>
          <a:prstGeom prst="rect">
            <a:avLst/>
          </a:prstGeom>
          <a:effectLst>
            <a:outerShdw blurRad="157163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44" name="Google Shape;1344;p17"/>
          <p:cNvSpPr txBox="1">
            <a:spLocks noGrp="1"/>
          </p:cNvSpPr>
          <p:nvPr>
            <p:ph type="subTitle" idx="1"/>
          </p:nvPr>
        </p:nvSpPr>
        <p:spPr>
          <a:xfrm>
            <a:off x="713100" y="2357881"/>
            <a:ext cx="4401600" cy="16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45" name="Google Shape;1345;p17"/>
          <p:cNvGrpSpPr/>
          <p:nvPr/>
        </p:nvGrpSpPr>
        <p:grpSpPr>
          <a:xfrm>
            <a:off x="8137507" y="-109362"/>
            <a:ext cx="586800" cy="1284435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2517607" y="-116370"/>
            <a:ext cx="1520982" cy="302065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341629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4913901" y="675155"/>
            <a:ext cx="1252897" cy="51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8208387" y="42041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362311" y="4240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5600407" y="4993736"/>
            <a:ext cx="1520982" cy="302065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8900" y="1773425"/>
            <a:ext cx="98902" cy="553090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6"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1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92" name="Google Shape;1392;p1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1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1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1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1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1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1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1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1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1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1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1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1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1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1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1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1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1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1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1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1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1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1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1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0" name="Google Shape;1430;p18"/>
          <p:cNvSpPr txBox="1">
            <a:spLocks noGrp="1"/>
          </p:cNvSpPr>
          <p:nvPr>
            <p:ph type="title"/>
          </p:nvPr>
        </p:nvSpPr>
        <p:spPr>
          <a:xfrm>
            <a:off x="865500" y="753525"/>
            <a:ext cx="4466700" cy="11415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431" name="Google Shape;1431;p18"/>
          <p:cNvSpPr txBox="1">
            <a:spLocks noGrp="1"/>
          </p:cNvSpPr>
          <p:nvPr>
            <p:ph type="subTitle" idx="1"/>
          </p:nvPr>
        </p:nvSpPr>
        <p:spPr>
          <a:xfrm>
            <a:off x="865500" y="1964775"/>
            <a:ext cx="4466700" cy="24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432" name="Google Shape;1432;p18"/>
          <p:cNvGrpSpPr/>
          <p:nvPr/>
        </p:nvGrpSpPr>
        <p:grpSpPr>
          <a:xfrm rot="5400000">
            <a:off x="-74785" y="2017490"/>
            <a:ext cx="883262" cy="242091"/>
            <a:chOff x="2300350" y="2601250"/>
            <a:chExt cx="2275275" cy="623625"/>
          </a:xfrm>
        </p:grpSpPr>
        <p:sp>
          <p:nvSpPr>
            <p:cNvPr id="1433" name="Google Shape;1433;p1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1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1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1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1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1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9" name="Google Shape;1439;p18"/>
          <p:cNvGrpSpPr/>
          <p:nvPr/>
        </p:nvGrpSpPr>
        <p:grpSpPr>
          <a:xfrm>
            <a:off x="2272907" y="-131145"/>
            <a:ext cx="1520982" cy="302065"/>
            <a:chOff x="5642557" y="-150670"/>
            <a:chExt cx="1520982" cy="302065"/>
          </a:xfrm>
        </p:grpSpPr>
        <p:sp>
          <p:nvSpPr>
            <p:cNvPr id="1440" name="Google Shape;1440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5" name="Google Shape;1445;p18"/>
          <p:cNvGrpSpPr/>
          <p:nvPr/>
        </p:nvGrpSpPr>
        <p:grpSpPr>
          <a:xfrm rot="5400000">
            <a:off x="85100" y="3794850"/>
            <a:ext cx="98902" cy="553090"/>
            <a:chOff x="4898850" y="4820550"/>
            <a:chExt cx="98902" cy="553090"/>
          </a:xfrm>
        </p:grpSpPr>
        <p:sp>
          <p:nvSpPr>
            <p:cNvPr id="1446" name="Google Shape;1446;p1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1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1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1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1" name="Google Shape;1451;p18"/>
          <p:cNvSpPr/>
          <p:nvPr/>
        </p:nvSpPr>
        <p:spPr>
          <a:xfrm>
            <a:off x="538387" y="-26918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2" name="Google Shape;1452;p18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p1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4" name="Google Shape;1454;p18"/>
          <p:cNvGrpSpPr/>
          <p:nvPr/>
        </p:nvGrpSpPr>
        <p:grpSpPr>
          <a:xfrm rot="5400000">
            <a:off x="8083957" y="246162"/>
            <a:ext cx="1520982" cy="302065"/>
            <a:chOff x="5642557" y="-150670"/>
            <a:chExt cx="1520982" cy="302065"/>
          </a:xfrm>
        </p:grpSpPr>
        <p:sp>
          <p:nvSpPr>
            <p:cNvPr id="1455" name="Google Shape;1455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0" name="Google Shape;1460;p18"/>
          <p:cNvGrpSpPr/>
          <p:nvPr/>
        </p:nvGrpSpPr>
        <p:grpSpPr>
          <a:xfrm>
            <a:off x="-240856" y="4335989"/>
            <a:ext cx="1525280" cy="586800"/>
            <a:chOff x="-240856" y="4335989"/>
            <a:chExt cx="1525280" cy="586800"/>
          </a:xfrm>
        </p:grpSpPr>
        <p:sp>
          <p:nvSpPr>
            <p:cNvPr id="1461" name="Google Shape;1461;p18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2" name="Google Shape;1462;p18"/>
            <p:cNvGrpSpPr/>
            <p:nvPr/>
          </p:nvGrpSpPr>
          <p:grpSpPr>
            <a:xfrm>
              <a:off x="-240856" y="4562421"/>
              <a:ext cx="1105976" cy="133969"/>
              <a:chOff x="8183182" y="663852"/>
              <a:chExt cx="1475028" cy="178673"/>
            </a:xfrm>
          </p:grpSpPr>
          <p:grpSp>
            <p:nvGrpSpPr>
              <p:cNvPr id="1463" name="Google Shape;1463;p18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464" name="Google Shape;1464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5" name="Google Shape;1465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6" name="Google Shape;1466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7" name="Google Shape;1467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8" name="Google Shape;1468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9" name="Google Shape;1469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0" name="Google Shape;1470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1" name="Google Shape;1471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2" name="Google Shape;1472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3" name="Google Shape;1473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74" name="Google Shape;1474;p18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475" name="Google Shape;1475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6" name="Google Shape;1476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7" name="Google Shape;1477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8" name="Google Shape;1478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9" name="Google Shape;1479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0" name="Google Shape;1480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1" name="Google Shape;1481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2" name="Google Shape;1482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3" name="Google Shape;1483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4" name="Google Shape;1484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485" name="Google Shape;1485;p18"/>
          <p:cNvGrpSpPr/>
          <p:nvPr/>
        </p:nvGrpSpPr>
        <p:grpSpPr>
          <a:xfrm>
            <a:off x="5717407" y="4966605"/>
            <a:ext cx="1520982" cy="302065"/>
            <a:chOff x="5642557" y="-150670"/>
            <a:chExt cx="1520982" cy="302065"/>
          </a:xfrm>
        </p:grpSpPr>
        <p:sp>
          <p:nvSpPr>
            <p:cNvPr id="1486" name="Google Shape;1486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BLANK_10"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2" name="Google Shape;1492;p1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493" name="Google Shape;1493;p1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1" name="Google Shape;1531;p19"/>
          <p:cNvSpPr txBox="1">
            <a:spLocks noGrp="1"/>
          </p:cNvSpPr>
          <p:nvPr>
            <p:ph type="title"/>
          </p:nvPr>
        </p:nvSpPr>
        <p:spPr>
          <a:xfrm>
            <a:off x="1773100" y="2597100"/>
            <a:ext cx="18858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32" name="Google Shape;1532;p19"/>
          <p:cNvSpPr txBox="1">
            <a:spLocks noGrp="1"/>
          </p:cNvSpPr>
          <p:nvPr>
            <p:ph type="subTitle" idx="1"/>
          </p:nvPr>
        </p:nvSpPr>
        <p:spPr>
          <a:xfrm>
            <a:off x="1173396" y="1500310"/>
            <a:ext cx="3085200" cy="97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3" name="Google Shape;1533;p19"/>
          <p:cNvSpPr txBox="1">
            <a:spLocks noGrp="1"/>
          </p:cNvSpPr>
          <p:nvPr>
            <p:ph type="title" idx="2"/>
          </p:nvPr>
        </p:nvSpPr>
        <p:spPr>
          <a:xfrm>
            <a:off x="5491225" y="3013625"/>
            <a:ext cx="18858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34" name="Google Shape;1534;p19"/>
          <p:cNvSpPr txBox="1">
            <a:spLocks noGrp="1"/>
          </p:cNvSpPr>
          <p:nvPr>
            <p:ph type="subTitle" idx="3"/>
          </p:nvPr>
        </p:nvSpPr>
        <p:spPr>
          <a:xfrm>
            <a:off x="4891521" y="3409635"/>
            <a:ext cx="3085200" cy="97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35" name="Google Shape;1535;p19"/>
          <p:cNvGrpSpPr/>
          <p:nvPr/>
        </p:nvGrpSpPr>
        <p:grpSpPr>
          <a:xfrm>
            <a:off x="-11" y="4386462"/>
            <a:ext cx="1284435" cy="586800"/>
            <a:chOff x="-11" y="4386462"/>
            <a:chExt cx="1284435" cy="586800"/>
          </a:xfrm>
        </p:grpSpPr>
        <p:sp>
          <p:nvSpPr>
            <p:cNvPr id="1536" name="Google Shape;1536;p19"/>
            <p:cNvSpPr/>
            <p:nvPr/>
          </p:nvSpPr>
          <p:spPr>
            <a:xfrm rot="-5400000">
              <a:off x="348812" y="403764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7" name="Google Shape;1537;p19"/>
            <p:cNvGrpSpPr/>
            <p:nvPr/>
          </p:nvGrpSpPr>
          <p:grpSpPr>
            <a:xfrm rot="10800000">
              <a:off x="-11" y="4558826"/>
              <a:ext cx="883262" cy="242091"/>
              <a:chOff x="2300350" y="2601250"/>
              <a:chExt cx="2275275" cy="623625"/>
            </a:xfrm>
          </p:grpSpPr>
          <p:sp>
            <p:nvSpPr>
              <p:cNvPr id="1538" name="Google Shape;1538;p19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19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19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19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19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19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44" name="Google Shape;1544;p19"/>
          <p:cNvGrpSpPr/>
          <p:nvPr/>
        </p:nvGrpSpPr>
        <p:grpSpPr>
          <a:xfrm>
            <a:off x="1852307" y="-114308"/>
            <a:ext cx="1520982" cy="302065"/>
            <a:chOff x="5642557" y="-150670"/>
            <a:chExt cx="1520982" cy="302065"/>
          </a:xfrm>
        </p:grpSpPr>
        <p:sp>
          <p:nvSpPr>
            <p:cNvPr id="1545" name="Google Shape;1545;p1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0" name="Google Shape;1550;p19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1551" name="Google Shape;1551;p1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6" name="Google Shape;1556;p19"/>
          <p:cNvSpPr/>
          <p:nvPr/>
        </p:nvSpPr>
        <p:spPr>
          <a:xfrm>
            <a:off x="471087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7" name="Google Shape;1557;p19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19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19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0" name="Google Shape;1560;p19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561" name="Google Shape;1561;p1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6" name="Google Shape;1566;p19"/>
          <p:cNvSpPr txBox="1">
            <a:spLocks noGrp="1"/>
          </p:cNvSpPr>
          <p:nvPr>
            <p:ph type="title" idx="4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BLANK_17"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8" name="Google Shape;1568;p2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569" name="Google Shape;1569;p2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2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7" name="Google Shape;1607;p20"/>
          <p:cNvSpPr txBox="1">
            <a:spLocks noGrp="1"/>
          </p:cNvSpPr>
          <p:nvPr>
            <p:ph type="subTitle" idx="1"/>
          </p:nvPr>
        </p:nvSpPr>
        <p:spPr>
          <a:xfrm>
            <a:off x="713100" y="1461275"/>
            <a:ext cx="3746700" cy="27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08" name="Google Shape;1608;p20"/>
          <p:cNvSpPr txBox="1">
            <a:spLocks noGrp="1"/>
          </p:cNvSpPr>
          <p:nvPr>
            <p:ph type="subTitle" idx="2"/>
          </p:nvPr>
        </p:nvSpPr>
        <p:spPr>
          <a:xfrm>
            <a:off x="4684200" y="1461275"/>
            <a:ext cx="3746700" cy="17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609" name="Google Shape;1609;p20"/>
          <p:cNvGrpSpPr/>
          <p:nvPr/>
        </p:nvGrpSpPr>
        <p:grpSpPr>
          <a:xfrm>
            <a:off x="1455" y="-88864"/>
            <a:ext cx="586800" cy="1284435"/>
            <a:chOff x="1455" y="-88864"/>
            <a:chExt cx="586800" cy="1284435"/>
          </a:xfrm>
        </p:grpSpPr>
        <p:sp>
          <p:nvSpPr>
            <p:cNvPr id="1610" name="Google Shape;1610;p20"/>
            <p:cNvSpPr/>
            <p:nvPr/>
          </p:nvSpPr>
          <p:spPr>
            <a:xfrm>
              <a:off x="1455" y="-8885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1" name="Google Shape;1611;p20"/>
            <p:cNvGrpSpPr/>
            <p:nvPr/>
          </p:nvGrpSpPr>
          <p:grpSpPr>
            <a:xfrm rot="-5400000">
              <a:off x="-146785" y="231721"/>
              <a:ext cx="883262" cy="242091"/>
              <a:chOff x="2300350" y="2601250"/>
              <a:chExt cx="2275275" cy="623625"/>
            </a:xfrm>
          </p:grpSpPr>
          <p:sp>
            <p:nvSpPr>
              <p:cNvPr id="1612" name="Google Shape;1612;p20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20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20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20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20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20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18" name="Google Shape;1618;p20"/>
          <p:cNvGrpSpPr/>
          <p:nvPr/>
        </p:nvGrpSpPr>
        <p:grpSpPr>
          <a:xfrm rot="5400000">
            <a:off x="6254700" y="-51175"/>
            <a:ext cx="98902" cy="553090"/>
            <a:chOff x="4898850" y="4820550"/>
            <a:chExt cx="98902" cy="553090"/>
          </a:xfrm>
        </p:grpSpPr>
        <p:sp>
          <p:nvSpPr>
            <p:cNvPr id="1619" name="Google Shape;1619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20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625" name="Google Shape;1625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0" name="Google Shape;1630;p20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631" name="Google Shape;1631;p20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4" name="Google Shape;1634;p20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5" name="Google Shape;1635;p20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636" name="Google Shape;1636;p20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20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20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20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20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1" name="Google Shape;1641;p20"/>
          <p:cNvGrpSpPr/>
          <p:nvPr/>
        </p:nvGrpSpPr>
        <p:grpSpPr>
          <a:xfrm>
            <a:off x="1434676" y="384506"/>
            <a:ext cx="1252897" cy="51000"/>
            <a:chOff x="2915381" y="4104819"/>
            <a:chExt cx="1252897" cy="51000"/>
          </a:xfrm>
        </p:grpSpPr>
        <p:sp>
          <p:nvSpPr>
            <p:cNvPr id="1642" name="Google Shape;1642;p2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6" name="Google Shape;1656;p20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5"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2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659" name="Google Shape;1659;p2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7" name="Google Shape;1697;p2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698" name="Google Shape;1698;p21"/>
          <p:cNvSpPr txBox="1">
            <a:spLocks noGrp="1"/>
          </p:cNvSpPr>
          <p:nvPr>
            <p:ph type="title" idx="2"/>
          </p:nvPr>
        </p:nvSpPr>
        <p:spPr>
          <a:xfrm>
            <a:off x="755600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99" name="Google Shape;1699;p21"/>
          <p:cNvSpPr txBox="1">
            <a:spLocks noGrp="1"/>
          </p:cNvSpPr>
          <p:nvPr>
            <p:ph type="subTitle" idx="1"/>
          </p:nvPr>
        </p:nvSpPr>
        <p:spPr>
          <a:xfrm>
            <a:off x="755600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0" name="Google Shape;1700;p21"/>
          <p:cNvSpPr txBox="1">
            <a:spLocks noGrp="1"/>
          </p:cNvSpPr>
          <p:nvPr>
            <p:ph type="title" idx="3"/>
          </p:nvPr>
        </p:nvSpPr>
        <p:spPr>
          <a:xfrm>
            <a:off x="344360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1" name="Google Shape;1701;p21"/>
          <p:cNvSpPr txBox="1">
            <a:spLocks noGrp="1"/>
          </p:cNvSpPr>
          <p:nvPr>
            <p:ph type="subTitle" idx="4"/>
          </p:nvPr>
        </p:nvSpPr>
        <p:spPr>
          <a:xfrm>
            <a:off x="344360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2" name="Google Shape;1702;p21"/>
          <p:cNvSpPr txBox="1">
            <a:spLocks noGrp="1"/>
          </p:cNvSpPr>
          <p:nvPr>
            <p:ph type="title" idx="5"/>
          </p:nvPr>
        </p:nvSpPr>
        <p:spPr>
          <a:xfrm>
            <a:off x="613264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3" name="Google Shape;1703;p21"/>
          <p:cNvSpPr txBox="1">
            <a:spLocks noGrp="1"/>
          </p:cNvSpPr>
          <p:nvPr>
            <p:ph type="subTitle" idx="6"/>
          </p:nvPr>
        </p:nvSpPr>
        <p:spPr>
          <a:xfrm>
            <a:off x="613264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04" name="Google Shape;1704;p21"/>
          <p:cNvGrpSpPr/>
          <p:nvPr/>
        </p:nvGrpSpPr>
        <p:grpSpPr>
          <a:xfrm>
            <a:off x="-7" y="-76201"/>
            <a:ext cx="586800" cy="1284425"/>
            <a:chOff x="-7" y="-76201"/>
            <a:chExt cx="586800" cy="1284425"/>
          </a:xfrm>
        </p:grpSpPr>
        <p:sp>
          <p:nvSpPr>
            <p:cNvPr id="1705" name="Google Shape;1705;p21"/>
            <p:cNvSpPr/>
            <p:nvPr/>
          </p:nvSpPr>
          <p:spPr>
            <a:xfrm flipH="1">
              <a:off x="-7" y="-762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6" name="Google Shape;1706;p21"/>
            <p:cNvGrpSpPr/>
            <p:nvPr/>
          </p:nvGrpSpPr>
          <p:grpSpPr>
            <a:xfrm rot="5400000" flipH="1">
              <a:off x="-148228" y="320574"/>
              <a:ext cx="883262" cy="242091"/>
              <a:chOff x="2300350" y="2601250"/>
              <a:chExt cx="2275275" cy="623625"/>
            </a:xfrm>
          </p:grpSpPr>
          <p:sp>
            <p:nvSpPr>
              <p:cNvPr id="1707" name="Google Shape;1707;p21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21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21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21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21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21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13" name="Google Shape;1713;p21"/>
          <p:cNvGrpSpPr/>
          <p:nvPr/>
        </p:nvGrpSpPr>
        <p:grpSpPr>
          <a:xfrm rot="5400000">
            <a:off x="54450" y="1665375"/>
            <a:ext cx="98902" cy="553090"/>
            <a:chOff x="4898850" y="4820550"/>
            <a:chExt cx="98902" cy="553090"/>
          </a:xfrm>
        </p:grpSpPr>
        <p:sp>
          <p:nvSpPr>
            <p:cNvPr id="1714" name="Google Shape;1714;p2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9" name="Google Shape;1719;p21"/>
          <p:cNvSpPr/>
          <p:nvPr/>
        </p:nvSpPr>
        <p:spPr>
          <a:xfrm rot="-5400000">
            <a:off x="348814" y="40186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0" name="Google Shape;1720;p21"/>
          <p:cNvGrpSpPr/>
          <p:nvPr/>
        </p:nvGrpSpPr>
        <p:grpSpPr>
          <a:xfrm rot="-5400000" flipH="1">
            <a:off x="7907216" y="4455774"/>
            <a:ext cx="1823016" cy="296643"/>
            <a:chOff x="7857346" y="3902355"/>
            <a:chExt cx="1823016" cy="296643"/>
          </a:xfrm>
        </p:grpSpPr>
        <p:sp>
          <p:nvSpPr>
            <p:cNvPr id="1721" name="Google Shape;1721;p2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7" name="Google Shape;1727;p21"/>
          <p:cNvGrpSpPr/>
          <p:nvPr/>
        </p:nvGrpSpPr>
        <p:grpSpPr>
          <a:xfrm flipH="1">
            <a:off x="7120557" y="-107958"/>
            <a:ext cx="1520982" cy="302065"/>
            <a:chOff x="5642557" y="-150670"/>
            <a:chExt cx="1520982" cy="302065"/>
          </a:xfrm>
        </p:grpSpPr>
        <p:sp>
          <p:nvSpPr>
            <p:cNvPr id="1728" name="Google Shape;1728;p2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2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3" name="Google Shape;1733;p21"/>
          <p:cNvGrpSpPr/>
          <p:nvPr/>
        </p:nvGrpSpPr>
        <p:grpSpPr>
          <a:xfrm>
            <a:off x="8455187" y="1287478"/>
            <a:ext cx="883262" cy="242091"/>
            <a:chOff x="2300350" y="2601250"/>
            <a:chExt cx="2275275" cy="623625"/>
          </a:xfrm>
        </p:grpSpPr>
        <p:sp>
          <p:nvSpPr>
            <p:cNvPr id="1734" name="Google Shape;1734;p2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6"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1741;p2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742" name="Google Shape;1742;p2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2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2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2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2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2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2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2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2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2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2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2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2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2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2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2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2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2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2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2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2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2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0" name="Google Shape;1780;p22"/>
          <p:cNvSpPr txBox="1">
            <a:spLocks noGrp="1"/>
          </p:cNvSpPr>
          <p:nvPr>
            <p:ph type="title"/>
          </p:nvPr>
        </p:nvSpPr>
        <p:spPr>
          <a:xfrm>
            <a:off x="2246574" y="1636039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1" name="Google Shape;1781;p22"/>
          <p:cNvSpPr txBox="1">
            <a:spLocks noGrp="1"/>
          </p:cNvSpPr>
          <p:nvPr>
            <p:ph type="subTitle" idx="1"/>
          </p:nvPr>
        </p:nvSpPr>
        <p:spPr>
          <a:xfrm>
            <a:off x="2123424" y="2032039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2" name="Google Shape;1782;p22"/>
          <p:cNvSpPr txBox="1">
            <a:spLocks noGrp="1"/>
          </p:cNvSpPr>
          <p:nvPr>
            <p:ph type="title" idx="2"/>
          </p:nvPr>
        </p:nvSpPr>
        <p:spPr>
          <a:xfrm>
            <a:off x="6172578" y="1636039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3" name="Google Shape;1783;p22"/>
          <p:cNvSpPr txBox="1">
            <a:spLocks noGrp="1"/>
          </p:cNvSpPr>
          <p:nvPr>
            <p:ph type="subTitle" idx="3"/>
          </p:nvPr>
        </p:nvSpPr>
        <p:spPr>
          <a:xfrm>
            <a:off x="6049428" y="2032039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4" name="Google Shape;1784;p22"/>
          <p:cNvSpPr txBox="1">
            <a:spLocks noGrp="1"/>
          </p:cNvSpPr>
          <p:nvPr>
            <p:ph type="title" idx="4"/>
          </p:nvPr>
        </p:nvSpPr>
        <p:spPr>
          <a:xfrm>
            <a:off x="2204274" y="3315400"/>
            <a:ext cx="2103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5" name="Google Shape;1785;p22"/>
          <p:cNvSpPr txBox="1">
            <a:spLocks noGrp="1"/>
          </p:cNvSpPr>
          <p:nvPr>
            <p:ph type="subTitle" idx="5"/>
          </p:nvPr>
        </p:nvSpPr>
        <p:spPr>
          <a:xfrm>
            <a:off x="2123424" y="3711400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6" name="Google Shape;1786;p22"/>
          <p:cNvSpPr txBox="1">
            <a:spLocks noGrp="1"/>
          </p:cNvSpPr>
          <p:nvPr>
            <p:ph type="title" idx="6"/>
          </p:nvPr>
        </p:nvSpPr>
        <p:spPr>
          <a:xfrm>
            <a:off x="6172578" y="3315400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7" name="Google Shape;1787;p22"/>
          <p:cNvSpPr txBox="1">
            <a:spLocks noGrp="1"/>
          </p:cNvSpPr>
          <p:nvPr>
            <p:ph type="subTitle" idx="7"/>
          </p:nvPr>
        </p:nvSpPr>
        <p:spPr>
          <a:xfrm>
            <a:off x="6049428" y="3711400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8" name="Google Shape;1788;p22"/>
          <p:cNvSpPr/>
          <p:nvPr/>
        </p:nvSpPr>
        <p:spPr>
          <a:xfrm>
            <a:off x="7" y="-992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9" name="Google Shape;1789;p22"/>
          <p:cNvGrpSpPr/>
          <p:nvPr/>
        </p:nvGrpSpPr>
        <p:grpSpPr>
          <a:xfrm>
            <a:off x="-500742" y="161244"/>
            <a:ext cx="1520982" cy="302065"/>
            <a:chOff x="5642557" y="-150670"/>
            <a:chExt cx="1520982" cy="302065"/>
          </a:xfrm>
        </p:grpSpPr>
        <p:sp>
          <p:nvSpPr>
            <p:cNvPr id="1790" name="Google Shape;1790;p2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2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2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2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2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5" name="Google Shape;1795;p22"/>
          <p:cNvGrpSpPr/>
          <p:nvPr/>
        </p:nvGrpSpPr>
        <p:grpSpPr>
          <a:xfrm rot="5400000">
            <a:off x="85100" y="2002025"/>
            <a:ext cx="98902" cy="553090"/>
            <a:chOff x="4898850" y="4820550"/>
            <a:chExt cx="98902" cy="553090"/>
          </a:xfrm>
        </p:grpSpPr>
        <p:sp>
          <p:nvSpPr>
            <p:cNvPr id="1796" name="Google Shape;1796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1" name="Google Shape;1801;p22"/>
          <p:cNvGrpSpPr/>
          <p:nvPr/>
        </p:nvGrpSpPr>
        <p:grpSpPr>
          <a:xfrm flipH="1">
            <a:off x="5072421" y="4999731"/>
            <a:ext cx="1823016" cy="196994"/>
            <a:chOff x="7857346" y="4002005"/>
            <a:chExt cx="1823016" cy="196994"/>
          </a:xfrm>
        </p:grpSpPr>
        <p:sp>
          <p:nvSpPr>
            <p:cNvPr id="1802" name="Google Shape;1802;p2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2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2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5" name="Google Shape;1805;p22"/>
          <p:cNvSpPr/>
          <p:nvPr/>
        </p:nvSpPr>
        <p:spPr>
          <a:xfrm rot="-5400000">
            <a:off x="348812" y="41957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6" name="Google Shape;1806;p22"/>
          <p:cNvGrpSpPr/>
          <p:nvPr/>
        </p:nvGrpSpPr>
        <p:grpSpPr>
          <a:xfrm rot="5400000">
            <a:off x="9019112" y="1314150"/>
            <a:ext cx="98902" cy="553090"/>
            <a:chOff x="4898850" y="4820550"/>
            <a:chExt cx="98902" cy="553090"/>
          </a:xfrm>
        </p:grpSpPr>
        <p:sp>
          <p:nvSpPr>
            <p:cNvPr id="1807" name="Google Shape;1807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2" name="Google Shape;1812;p2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3" name="Google Shape;1813;p22"/>
          <p:cNvGrpSpPr/>
          <p:nvPr/>
        </p:nvGrpSpPr>
        <p:grpSpPr>
          <a:xfrm>
            <a:off x="5072076" y="284994"/>
            <a:ext cx="1252897" cy="51000"/>
            <a:chOff x="2915381" y="4104819"/>
            <a:chExt cx="1252897" cy="51000"/>
          </a:xfrm>
        </p:grpSpPr>
        <p:sp>
          <p:nvSpPr>
            <p:cNvPr id="1814" name="Google Shape;1814;p22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22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2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22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22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2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22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22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2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22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22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22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22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22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8" name="Google Shape;1828;p22"/>
          <p:cNvGrpSpPr/>
          <p:nvPr/>
        </p:nvGrpSpPr>
        <p:grpSpPr>
          <a:xfrm>
            <a:off x="8557211" y="3859075"/>
            <a:ext cx="586800" cy="1523237"/>
            <a:chOff x="8557211" y="3859075"/>
            <a:chExt cx="586800" cy="1523237"/>
          </a:xfrm>
        </p:grpSpPr>
        <p:sp>
          <p:nvSpPr>
            <p:cNvPr id="1829" name="Google Shape;1829;p22"/>
            <p:cNvSpPr/>
            <p:nvPr/>
          </p:nvSpPr>
          <p:spPr>
            <a:xfrm rot="10800000">
              <a:off x="8557211" y="385907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30" name="Google Shape;1830;p22"/>
            <p:cNvGrpSpPr/>
            <p:nvPr/>
          </p:nvGrpSpPr>
          <p:grpSpPr>
            <a:xfrm rot="5400000">
              <a:off x="8297605" y="4762340"/>
              <a:ext cx="1105976" cy="133969"/>
              <a:chOff x="8183182" y="663852"/>
              <a:chExt cx="1475028" cy="178673"/>
            </a:xfrm>
          </p:grpSpPr>
          <p:grpSp>
            <p:nvGrpSpPr>
              <p:cNvPr id="1831" name="Google Shape;1831;p22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832" name="Google Shape;1832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3" name="Google Shape;1833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4" name="Google Shape;1834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5" name="Google Shape;1835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6" name="Google Shape;1836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7" name="Google Shape;1837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8" name="Google Shape;1838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9" name="Google Shape;1839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0" name="Google Shape;1840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1" name="Google Shape;1841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42" name="Google Shape;1842;p22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843" name="Google Shape;1843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4" name="Google Shape;1844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5" name="Google Shape;1845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6" name="Google Shape;1846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7" name="Google Shape;1847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8" name="Google Shape;1848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9" name="Google Shape;1849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0" name="Google Shape;1850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1" name="Google Shape;1851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2" name="Google Shape;1852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853" name="Google Shape;1853;p22"/>
          <p:cNvSpPr txBox="1">
            <a:spLocks noGrp="1"/>
          </p:cNvSpPr>
          <p:nvPr>
            <p:ph type="title" idx="8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7"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2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856" name="Google Shape;1856;p2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4" name="Google Shape;1894;p2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895" name="Google Shape;1895;p23"/>
          <p:cNvSpPr txBox="1">
            <a:spLocks noGrp="1"/>
          </p:cNvSpPr>
          <p:nvPr>
            <p:ph type="title" idx="2"/>
          </p:nvPr>
        </p:nvSpPr>
        <p:spPr>
          <a:xfrm>
            <a:off x="2152068" y="151281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96" name="Google Shape;1896;p23"/>
          <p:cNvSpPr txBox="1">
            <a:spLocks noGrp="1"/>
          </p:cNvSpPr>
          <p:nvPr>
            <p:ph type="subTitle" idx="1"/>
          </p:nvPr>
        </p:nvSpPr>
        <p:spPr>
          <a:xfrm>
            <a:off x="1992918" y="19113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7" name="Google Shape;1897;p23"/>
          <p:cNvSpPr txBox="1">
            <a:spLocks noGrp="1"/>
          </p:cNvSpPr>
          <p:nvPr>
            <p:ph type="title" idx="3"/>
          </p:nvPr>
        </p:nvSpPr>
        <p:spPr>
          <a:xfrm>
            <a:off x="2152068" y="2624681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98" name="Google Shape;1898;p23"/>
          <p:cNvSpPr txBox="1">
            <a:spLocks noGrp="1"/>
          </p:cNvSpPr>
          <p:nvPr>
            <p:ph type="subTitle" idx="4"/>
          </p:nvPr>
        </p:nvSpPr>
        <p:spPr>
          <a:xfrm>
            <a:off x="1992918" y="301902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9" name="Google Shape;1899;p23"/>
          <p:cNvSpPr txBox="1">
            <a:spLocks noGrp="1"/>
          </p:cNvSpPr>
          <p:nvPr>
            <p:ph type="title" idx="5"/>
          </p:nvPr>
        </p:nvSpPr>
        <p:spPr>
          <a:xfrm>
            <a:off x="6055343" y="2624681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0" name="Google Shape;1900;p23"/>
          <p:cNvSpPr txBox="1">
            <a:spLocks noGrp="1"/>
          </p:cNvSpPr>
          <p:nvPr>
            <p:ph type="subTitle" idx="6"/>
          </p:nvPr>
        </p:nvSpPr>
        <p:spPr>
          <a:xfrm>
            <a:off x="5896193" y="3019032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1" name="Google Shape;1901;p23"/>
          <p:cNvSpPr txBox="1">
            <a:spLocks noGrp="1"/>
          </p:cNvSpPr>
          <p:nvPr>
            <p:ph type="title" idx="7"/>
          </p:nvPr>
        </p:nvSpPr>
        <p:spPr>
          <a:xfrm>
            <a:off x="6055343" y="151281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2" name="Google Shape;1902;p23"/>
          <p:cNvSpPr txBox="1">
            <a:spLocks noGrp="1"/>
          </p:cNvSpPr>
          <p:nvPr>
            <p:ph type="subTitle" idx="8"/>
          </p:nvPr>
        </p:nvSpPr>
        <p:spPr>
          <a:xfrm>
            <a:off x="5896193" y="19113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3" name="Google Shape;1903;p23"/>
          <p:cNvSpPr txBox="1">
            <a:spLocks noGrp="1"/>
          </p:cNvSpPr>
          <p:nvPr>
            <p:ph type="title" idx="9"/>
          </p:nvPr>
        </p:nvSpPr>
        <p:spPr>
          <a:xfrm>
            <a:off x="2152068" y="373318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4" name="Google Shape;1904;p23"/>
          <p:cNvSpPr txBox="1">
            <a:spLocks noGrp="1"/>
          </p:cNvSpPr>
          <p:nvPr>
            <p:ph type="subTitle" idx="13"/>
          </p:nvPr>
        </p:nvSpPr>
        <p:spPr>
          <a:xfrm>
            <a:off x="1992918" y="41266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5" name="Google Shape;1905;p23"/>
          <p:cNvSpPr txBox="1">
            <a:spLocks noGrp="1"/>
          </p:cNvSpPr>
          <p:nvPr>
            <p:ph type="title" idx="14"/>
          </p:nvPr>
        </p:nvSpPr>
        <p:spPr>
          <a:xfrm>
            <a:off x="6055343" y="373318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6" name="Google Shape;1906;p23"/>
          <p:cNvSpPr txBox="1">
            <a:spLocks noGrp="1"/>
          </p:cNvSpPr>
          <p:nvPr>
            <p:ph type="subTitle" idx="15"/>
          </p:nvPr>
        </p:nvSpPr>
        <p:spPr>
          <a:xfrm>
            <a:off x="5896193" y="4126677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7" name="Google Shape;1907;p23"/>
          <p:cNvSpPr/>
          <p:nvPr/>
        </p:nvSpPr>
        <p:spPr>
          <a:xfrm>
            <a:off x="1455" y="-8885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8" name="Google Shape;1908;p23"/>
          <p:cNvGrpSpPr/>
          <p:nvPr/>
        </p:nvGrpSpPr>
        <p:grpSpPr>
          <a:xfrm rot="-5400000">
            <a:off x="-146785" y="231721"/>
            <a:ext cx="883262" cy="242091"/>
            <a:chOff x="2300350" y="2601250"/>
            <a:chExt cx="2275275" cy="623625"/>
          </a:xfrm>
        </p:grpSpPr>
        <p:sp>
          <p:nvSpPr>
            <p:cNvPr id="1909" name="Google Shape;1909;p2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5" name="Google Shape;1915;p23"/>
          <p:cNvGrpSpPr/>
          <p:nvPr/>
        </p:nvGrpSpPr>
        <p:grpSpPr>
          <a:xfrm>
            <a:off x="1685767" y="463191"/>
            <a:ext cx="1105976" cy="133969"/>
            <a:chOff x="8183182" y="663852"/>
            <a:chExt cx="1475028" cy="178673"/>
          </a:xfrm>
        </p:grpSpPr>
        <p:grpSp>
          <p:nvGrpSpPr>
            <p:cNvPr id="1916" name="Google Shape;1916;p2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17" name="Google Shape;1917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7" name="Google Shape;1927;p2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928" name="Google Shape;1928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38" name="Google Shape;1938;p23"/>
          <p:cNvSpPr/>
          <p:nvPr/>
        </p:nvSpPr>
        <p:spPr>
          <a:xfrm flipH="1">
            <a:off x="8167370" y="7562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9" name="Google Shape;1939;p23"/>
          <p:cNvSpPr/>
          <p:nvPr/>
        </p:nvSpPr>
        <p:spPr>
          <a:xfrm flipH="1">
            <a:off x="7864270" y="4769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40" name="Google Shape;1940;p23"/>
          <p:cNvGrpSpPr/>
          <p:nvPr/>
        </p:nvGrpSpPr>
        <p:grpSpPr>
          <a:xfrm rot="5400000">
            <a:off x="6864300" y="-51175"/>
            <a:ext cx="98902" cy="553090"/>
            <a:chOff x="4898850" y="4820550"/>
            <a:chExt cx="98902" cy="553090"/>
          </a:xfrm>
        </p:grpSpPr>
        <p:sp>
          <p:nvSpPr>
            <p:cNvPr id="1941" name="Google Shape;1941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6" name="Google Shape;1946;p23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947" name="Google Shape;1947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2" name="Google Shape;1952;p23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953" name="Google Shape;1953;p2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6" name="Google Shape;1956;p23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57" name="Google Shape;1957;p23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958" name="Google Shape;1958;p2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3" name="Google Shape;1963;p23"/>
          <p:cNvGrpSpPr/>
          <p:nvPr/>
        </p:nvGrpSpPr>
        <p:grpSpPr>
          <a:xfrm>
            <a:off x="3945551" y="4775319"/>
            <a:ext cx="1252897" cy="51000"/>
            <a:chOff x="2915381" y="4104819"/>
            <a:chExt cx="1252897" cy="51000"/>
          </a:xfrm>
        </p:grpSpPr>
        <p:sp>
          <p:nvSpPr>
            <p:cNvPr id="1964" name="Google Shape;1964;p2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BLANK_15"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2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980" name="Google Shape;1980;p2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8" name="Google Shape;2018;p24"/>
          <p:cNvGrpSpPr/>
          <p:nvPr/>
        </p:nvGrpSpPr>
        <p:grpSpPr>
          <a:xfrm>
            <a:off x="4674957" y="4956042"/>
            <a:ext cx="1520982" cy="302065"/>
            <a:chOff x="5642557" y="-150670"/>
            <a:chExt cx="1520982" cy="302065"/>
          </a:xfrm>
        </p:grpSpPr>
        <p:sp>
          <p:nvSpPr>
            <p:cNvPr id="2019" name="Google Shape;2019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4" name="Google Shape;2024;p24"/>
          <p:cNvGrpSpPr/>
          <p:nvPr/>
        </p:nvGrpSpPr>
        <p:grpSpPr>
          <a:xfrm rot="5400000">
            <a:off x="85100" y="2306825"/>
            <a:ext cx="98902" cy="553090"/>
            <a:chOff x="4898850" y="4820550"/>
            <a:chExt cx="98902" cy="553090"/>
          </a:xfrm>
        </p:grpSpPr>
        <p:sp>
          <p:nvSpPr>
            <p:cNvPr id="2025" name="Google Shape;2025;p2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0" name="Google Shape;2030;p24"/>
          <p:cNvGrpSpPr/>
          <p:nvPr/>
        </p:nvGrpSpPr>
        <p:grpSpPr>
          <a:xfrm>
            <a:off x="-1744592" y="3592129"/>
            <a:ext cx="2297800" cy="347400"/>
            <a:chOff x="-1439792" y="3592129"/>
            <a:chExt cx="2297800" cy="347400"/>
          </a:xfrm>
        </p:grpSpPr>
        <p:sp>
          <p:nvSpPr>
            <p:cNvPr id="2031" name="Google Shape;2031;p24"/>
            <p:cNvSpPr/>
            <p:nvPr/>
          </p:nvSpPr>
          <p:spPr>
            <a:xfrm>
              <a:off x="-1439792" y="3871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-1136692" y="3592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3" name="Google Shape;2033;p24"/>
          <p:cNvSpPr/>
          <p:nvPr/>
        </p:nvSpPr>
        <p:spPr>
          <a:xfrm rot="10800000">
            <a:off x="414162" y="44656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4" name="Google Shape;2034;p24"/>
          <p:cNvGrpSpPr/>
          <p:nvPr/>
        </p:nvGrpSpPr>
        <p:grpSpPr>
          <a:xfrm>
            <a:off x="-222733" y="225814"/>
            <a:ext cx="1507157" cy="586800"/>
            <a:chOff x="-222733" y="225814"/>
            <a:chExt cx="1507157" cy="586800"/>
          </a:xfrm>
        </p:grpSpPr>
        <p:sp>
          <p:nvSpPr>
            <p:cNvPr id="2035" name="Google Shape;2035;p24"/>
            <p:cNvSpPr/>
            <p:nvPr/>
          </p:nvSpPr>
          <p:spPr>
            <a:xfrm rot="-5400000">
              <a:off x="348812" y="-12299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36" name="Google Shape;2036;p24"/>
            <p:cNvGrpSpPr/>
            <p:nvPr/>
          </p:nvGrpSpPr>
          <p:grpSpPr>
            <a:xfrm>
              <a:off x="-222733" y="452241"/>
              <a:ext cx="1105976" cy="133969"/>
              <a:chOff x="8183182" y="663852"/>
              <a:chExt cx="1475028" cy="178673"/>
            </a:xfrm>
          </p:grpSpPr>
          <p:grpSp>
            <p:nvGrpSpPr>
              <p:cNvPr id="2037" name="Google Shape;2037;p24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038" name="Google Shape;2038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9" name="Google Shape;2039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0" name="Google Shape;2040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1" name="Google Shape;2041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2" name="Google Shape;2042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3" name="Google Shape;2043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4" name="Google Shape;2044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5" name="Google Shape;2045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6" name="Google Shape;2046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7" name="Google Shape;2047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48" name="Google Shape;2048;p24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049" name="Google Shape;2049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0" name="Google Shape;2050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1" name="Google Shape;2051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2" name="Google Shape;2052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3" name="Google Shape;2053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4" name="Google Shape;2054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5" name="Google Shape;2055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6" name="Google Shape;2056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7" name="Google Shape;2057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8" name="Google Shape;2058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059" name="Google Shape;2059;p24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60" name="Google Shape;2060;p24"/>
          <p:cNvGrpSpPr/>
          <p:nvPr/>
        </p:nvGrpSpPr>
        <p:grpSpPr>
          <a:xfrm>
            <a:off x="8041407" y="183762"/>
            <a:ext cx="1520982" cy="302065"/>
            <a:chOff x="5642557" y="-150670"/>
            <a:chExt cx="1520982" cy="302065"/>
          </a:xfrm>
        </p:grpSpPr>
        <p:sp>
          <p:nvSpPr>
            <p:cNvPr id="2061" name="Google Shape;2061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6" name="Google Shape;2066;p24"/>
          <p:cNvGrpSpPr/>
          <p:nvPr/>
        </p:nvGrpSpPr>
        <p:grpSpPr>
          <a:xfrm rot="5400000">
            <a:off x="8360264" y="2845229"/>
            <a:ext cx="883262" cy="242091"/>
            <a:chOff x="2300350" y="2601250"/>
            <a:chExt cx="2275275" cy="623625"/>
          </a:xfrm>
        </p:grpSpPr>
        <p:sp>
          <p:nvSpPr>
            <p:cNvPr id="2067" name="Google Shape;2067;p2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3" name="Google Shape;2073;p24"/>
          <p:cNvGrpSpPr/>
          <p:nvPr/>
        </p:nvGrpSpPr>
        <p:grpSpPr>
          <a:xfrm>
            <a:off x="8267392" y="4678866"/>
            <a:ext cx="1105976" cy="133969"/>
            <a:chOff x="8183182" y="663852"/>
            <a:chExt cx="1475028" cy="178673"/>
          </a:xfrm>
        </p:grpSpPr>
        <p:grpSp>
          <p:nvGrpSpPr>
            <p:cNvPr id="2074" name="Google Shape;2074;p2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075" name="Google Shape;2075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5" name="Google Shape;2085;p2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086" name="Google Shape;2086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6" name="Google Shape;2096;p24"/>
          <p:cNvGrpSpPr/>
          <p:nvPr/>
        </p:nvGrpSpPr>
        <p:grpSpPr>
          <a:xfrm>
            <a:off x="5023301" y="238994"/>
            <a:ext cx="1252897" cy="51000"/>
            <a:chOff x="2915381" y="4104819"/>
            <a:chExt cx="1252897" cy="51000"/>
          </a:xfrm>
        </p:grpSpPr>
        <p:sp>
          <p:nvSpPr>
            <p:cNvPr id="2097" name="Google Shape;2097;p2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1" name="Google Shape;2111;p2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BLANK_14">
    <p:spTree>
      <p:nvGrpSpPr>
        <p:cNvPr id="1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3" name="Google Shape;2113;p2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114" name="Google Shape;2114;p2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2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2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2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2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2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2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2" name="Google Shape;2152;p25"/>
          <p:cNvSpPr/>
          <p:nvPr/>
        </p:nvSpPr>
        <p:spPr>
          <a:xfrm rot="-5400000">
            <a:off x="120212" y="7293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3" name="Google Shape;2153;p25"/>
          <p:cNvGrpSpPr/>
          <p:nvPr/>
        </p:nvGrpSpPr>
        <p:grpSpPr>
          <a:xfrm rot="5400000">
            <a:off x="85100" y="3657925"/>
            <a:ext cx="98902" cy="553090"/>
            <a:chOff x="4898850" y="4820550"/>
            <a:chExt cx="98902" cy="553090"/>
          </a:xfrm>
        </p:grpSpPr>
        <p:sp>
          <p:nvSpPr>
            <p:cNvPr id="2154" name="Google Shape;2154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9" name="Google Shape;2159;p25"/>
          <p:cNvGrpSpPr/>
          <p:nvPr/>
        </p:nvGrpSpPr>
        <p:grpSpPr>
          <a:xfrm flipH="1">
            <a:off x="-538592" y="566830"/>
            <a:ext cx="1823016" cy="296643"/>
            <a:chOff x="7857346" y="3902355"/>
            <a:chExt cx="1823016" cy="296643"/>
          </a:xfrm>
        </p:grpSpPr>
        <p:sp>
          <p:nvSpPr>
            <p:cNvPr id="2160" name="Google Shape;2160;p2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rot="5400000">
            <a:off x="4799100" y="4593800"/>
            <a:ext cx="98902" cy="553090"/>
            <a:chOff x="4898850" y="4820550"/>
            <a:chExt cx="98902" cy="553090"/>
          </a:xfrm>
        </p:grpSpPr>
        <p:sp>
          <p:nvSpPr>
            <p:cNvPr id="2167" name="Google Shape;2167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2" name="Google Shape;2172;p25"/>
          <p:cNvGrpSpPr/>
          <p:nvPr/>
        </p:nvGrpSpPr>
        <p:grpSpPr>
          <a:xfrm>
            <a:off x="432919" y="4756119"/>
            <a:ext cx="1105976" cy="133969"/>
            <a:chOff x="8183182" y="663852"/>
            <a:chExt cx="1475028" cy="178673"/>
          </a:xfrm>
        </p:grpSpPr>
        <p:grpSp>
          <p:nvGrpSpPr>
            <p:cNvPr id="2173" name="Google Shape;2173;p2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174" name="Google Shape;2174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84" name="Google Shape;2184;p2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85" name="Google Shape;2185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95" name="Google Shape;2195;p25"/>
          <p:cNvSpPr/>
          <p:nvPr/>
        </p:nvSpPr>
        <p:spPr>
          <a:xfrm rot="5400000">
            <a:off x="8279899" y="422812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25"/>
          <p:cNvSpPr/>
          <p:nvPr/>
        </p:nvSpPr>
        <p:spPr>
          <a:xfrm>
            <a:off x="8161612" y="-34880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25"/>
          <p:cNvGrpSpPr/>
          <p:nvPr/>
        </p:nvGrpSpPr>
        <p:grpSpPr>
          <a:xfrm>
            <a:off x="8395576" y="4749303"/>
            <a:ext cx="883262" cy="242091"/>
            <a:chOff x="2300350" y="2601250"/>
            <a:chExt cx="2275275" cy="623625"/>
          </a:xfrm>
        </p:grpSpPr>
        <p:sp>
          <p:nvSpPr>
            <p:cNvPr id="2198" name="Google Shape;2198;p2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25"/>
          <p:cNvGrpSpPr/>
          <p:nvPr/>
        </p:nvGrpSpPr>
        <p:grpSpPr>
          <a:xfrm>
            <a:off x="5989113" y="235761"/>
            <a:ext cx="1252897" cy="51000"/>
            <a:chOff x="2915381" y="4104819"/>
            <a:chExt cx="1252897" cy="51000"/>
          </a:xfrm>
        </p:grpSpPr>
        <p:sp>
          <p:nvSpPr>
            <p:cNvPr id="2205" name="Google Shape;2205;p25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25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25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25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25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25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25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25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25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5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5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5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5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5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9" name="Google Shape;2219;p2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1"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1" name="Google Shape;2221;p2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222" name="Google Shape;2222;p2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2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2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0" name="Google Shape;2260;p2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61" name="Google Shape;2261;p26"/>
          <p:cNvSpPr txBox="1">
            <a:spLocks noGrp="1"/>
          </p:cNvSpPr>
          <p:nvPr>
            <p:ph type="title" idx="2"/>
          </p:nvPr>
        </p:nvSpPr>
        <p:spPr>
          <a:xfrm>
            <a:off x="841275" y="2611096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2" name="Google Shape;2262;p26"/>
          <p:cNvSpPr txBox="1">
            <a:spLocks noGrp="1"/>
          </p:cNvSpPr>
          <p:nvPr>
            <p:ph type="subTitle" idx="1"/>
          </p:nvPr>
        </p:nvSpPr>
        <p:spPr>
          <a:xfrm>
            <a:off x="841275" y="3019695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3" name="Google Shape;2263;p26"/>
          <p:cNvSpPr txBox="1">
            <a:spLocks noGrp="1"/>
          </p:cNvSpPr>
          <p:nvPr>
            <p:ph type="title" idx="3" hasCustomPrompt="1"/>
          </p:nvPr>
        </p:nvSpPr>
        <p:spPr>
          <a:xfrm>
            <a:off x="744825" y="1668255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4" name="Google Shape;2264;p26"/>
          <p:cNvSpPr txBox="1">
            <a:spLocks noGrp="1"/>
          </p:cNvSpPr>
          <p:nvPr>
            <p:ph type="title" idx="4"/>
          </p:nvPr>
        </p:nvSpPr>
        <p:spPr>
          <a:xfrm>
            <a:off x="3551593" y="2972975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5" name="Google Shape;2265;p26"/>
          <p:cNvSpPr txBox="1">
            <a:spLocks noGrp="1"/>
          </p:cNvSpPr>
          <p:nvPr>
            <p:ph type="subTitle" idx="5"/>
          </p:nvPr>
        </p:nvSpPr>
        <p:spPr>
          <a:xfrm>
            <a:off x="3551593" y="3381574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6" name="Google Shape;2266;p26"/>
          <p:cNvSpPr txBox="1">
            <a:spLocks noGrp="1"/>
          </p:cNvSpPr>
          <p:nvPr>
            <p:ph type="title" idx="6" hasCustomPrompt="1"/>
          </p:nvPr>
        </p:nvSpPr>
        <p:spPr>
          <a:xfrm>
            <a:off x="3455143" y="2030134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7" name="Google Shape;2267;p26"/>
          <p:cNvSpPr txBox="1">
            <a:spLocks noGrp="1"/>
          </p:cNvSpPr>
          <p:nvPr>
            <p:ph type="title" idx="7"/>
          </p:nvPr>
        </p:nvSpPr>
        <p:spPr>
          <a:xfrm>
            <a:off x="6261925" y="2611096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8" name="Google Shape;2268;p26"/>
          <p:cNvSpPr txBox="1">
            <a:spLocks noGrp="1"/>
          </p:cNvSpPr>
          <p:nvPr>
            <p:ph type="subTitle" idx="8"/>
          </p:nvPr>
        </p:nvSpPr>
        <p:spPr>
          <a:xfrm>
            <a:off x="6261925" y="3019695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9" name="Google Shape;2269;p26"/>
          <p:cNvSpPr txBox="1">
            <a:spLocks noGrp="1"/>
          </p:cNvSpPr>
          <p:nvPr>
            <p:ph type="title" idx="9" hasCustomPrompt="1"/>
          </p:nvPr>
        </p:nvSpPr>
        <p:spPr>
          <a:xfrm>
            <a:off x="6165475" y="1668255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270" name="Google Shape;2270;p26"/>
          <p:cNvGrpSpPr/>
          <p:nvPr/>
        </p:nvGrpSpPr>
        <p:grpSpPr>
          <a:xfrm>
            <a:off x="-11" y="4335989"/>
            <a:ext cx="1284435" cy="586800"/>
            <a:chOff x="-11" y="4335989"/>
            <a:chExt cx="1284435" cy="586800"/>
          </a:xfrm>
        </p:grpSpPr>
        <p:sp>
          <p:nvSpPr>
            <p:cNvPr id="2271" name="Google Shape;2271;p26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72" name="Google Shape;2272;p26"/>
            <p:cNvGrpSpPr/>
            <p:nvPr/>
          </p:nvGrpSpPr>
          <p:grpSpPr>
            <a:xfrm rot="10800000">
              <a:off x="-11" y="4508353"/>
              <a:ext cx="883262" cy="242091"/>
              <a:chOff x="2300350" y="2601250"/>
              <a:chExt cx="2275275" cy="623625"/>
            </a:xfrm>
          </p:grpSpPr>
          <p:sp>
            <p:nvSpPr>
              <p:cNvPr id="2273" name="Google Shape;2273;p26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26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26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26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26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26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79" name="Google Shape;2279;p26"/>
          <p:cNvGrpSpPr/>
          <p:nvPr/>
        </p:nvGrpSpPr>
        <p:grpSpPr>
          <a:xfrm>
            <a:off x="1398057" y="-114308"/>
            <a:ext cx="1520982" cy="302065"/>
            <a:chOff x="5642557" y="-150670"/>
            <a:chExt cx="1520982" cy="302065"/>
          </a:xfrm>
        </p:grpSpPr>
        <p:sp>
          <p:nvSpPr>
            <p:cNvPr id="2280" name="Google Shape;2280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5" name="Google Shape;2285;p26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2286" name="Google Shape;2286;p2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1" name="Google Shape;2291;p26"/>
          <p:cNvSpPr/>
          <p:nvPr/>
        </p:nvSpPr>
        <p:spPr>
          <a:xfrm>
            <a:off x="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2" name="Google Shape;2292;p26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3" name="Google Shape;2293;p26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4" name="Google Shape;2294;p2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5" name="Google Shape;2295;p26"/>
          <p:cNvGrpSpPr/>
          <p:nvPr/>
        </p:nvGrpSpPr>
        <p:grpSpPr>
          <a:xfrm>
            <a:off x="7812807" y="883512"/>
            <a:ext cx="1520982" cy="302065"/>
            <a:chOff x="5642557" y="-150670"/>
            <a:chExt cx="1520982" cy="302065"/>
          </a:xfrm>
        </p:grpSpPr>
        <p:sp>
          <p:nvSpPr>
            <p:cNvPr id="2296" name="Google Shape;2296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1" name="Google Shape;2301;p26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2302" name="Google Shape;2302;p2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2">
    <p:spTree>
      <p:nvGrpSpPr>
        <p:cNvPr id="1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8" name="Google Shape;2308;p2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09" name="Google Shape;2309;p2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7" name="Google Shape;2347;p27"/>
          <p:cNvSpPr txBox="1">
            <a:spLocks noGrp="1"/>
          </p:cNvSpPr>
          <p:nvPr>
            <p:ph type="title"/>
          </p:nvPr>
        </p:nvSpPr>
        <p:spPr>
          <a:xfrm>
            <a:off x="2335650" y="758125"/>
            <a:ext cx="4472700" cy="9555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7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48" name="Google Shape;2348;p27"/>
          <p:cNvSpPr txBox="1">
            <a:spLocks noGrp="1"/>
          </p:cNvSpPr>
          <p:nvPr>
            <p:ph type="subTitle" idx="1"/>
          </p:nvPr>
        </p:nvSpPr>
        <p:spPr>
          <a:xfrm>
            <a:off x="2335650" y="1667300"/>
            <a:ext cx="4472700" cy="111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9" name="Google Shape;2349;p27"/>
          <p:cNvSpPr txBox="1"/>
          <p:nvPr/>
        </p:nvSpPr>
        <p:spPr>
          <a:xfrm>
            <a:off x="2532450" y="3327757"/>
            <a:ext cx="40791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icons, infographics &amp; images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50" name="Google Shape;2350;p27"/>
          <p:cNvSpPr/>
          <p:nvPr/>
        </p:nvSpPr>
        <p:spPr>
          <a:xfrm rot="10800000">
            <a:off x="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51" name="Google Shape;2351;p27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2352" name="Google Shape;2352;p27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53" name="Google Shape;2353;p27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2354" name="Google Shape;2354;p2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2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2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2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2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2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60" name="Google Shape;2360;p27"/>
          <p:cNvGrpSpPr/>
          <p:nvPr/>
        </p:nvGrpSpPr>
        <p:grpSpPr>
          <a:xfrm>
            <a:off x="2618882" y="4981392"/>
            <a:ext cx="1520982" cy="302065"/>
            <a:chOff x="5642557" y="-150670"/>
            <a:chExt cx="1520982" cy="302065"/>
          </a:xfrm>
        </p:grpSpPr>
        <p:sp>
          <p:nvSpPr>
            <p:cNvPr id="2361" name="Google Shape;2361;p2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6" name="Google Shape;2366;p27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367" name="Google Shape;2367;p2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2" name="Google Shape;2372;p27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2373" name="Google Shape;2373;p27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5" name="Google Shape;2375;p27"/>
          <p:cNvGrpSpPr/>
          <p:nvPr/>
        </p:nvGrpSpPr>
        <p:grpSpPr>
          <a:xfrm flipH="1">
            <a:off x="-529079" y="4313280"/>
            <a:ext cx="1823016" cy="196994"/>
            <a:chOff x="7857346" y="4002005"/>
            <a:chExt cx="1823016" cy="196994"/>
          </a:xfrm>
        </p:grpSpPr>
        <p:sp>
          <p:nvSpPr>
            <p:cNvPr id="2376" name="Google Shape;2376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9" name="Google Shape;2379;p27"/>
          <p:cNvSpPr/>
          <p:nvPr/>
        </p:nvSpPr>
        <p:spPr>
          <a:xfrm rot="5400000">
            <a:off x="8208384" y="388567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0" name="Google Shape;2380;p27"/>
          <p:cNvGrpSpPr/>
          <p:nvPr/>
        </p:nvGrpSpPr>
        <p:grpSpPr>
          <a:xfrm>
            <a:off x="5202992" y="4687341"/>
            <a:ext cx="1105976" cy="133969"/>
            <a:chOff x="8183182" y="663852"/>
            <a:chExt cx="1475028" cy="178673"/>
          </a:xfrm>
        </p:grpSpPr>
        <p:grpSp>
          <p:nvGrpSpPr>
            <p:cNvPr id="2381" name="Google Shape;2381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382" name="Google Shape;2382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2" name="Google Shape;2392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393" name="Google Shape;239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Google Shape;239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03" name="Google Shape;2403;p27"/>
          <p:cNvSpPr/>
          <p:nvPr/>
        </p:nvSpPr>
        <p:spPr>
          <a:xfrm rot="10800000">
            <a:off x="8027645" y="21741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04" name="Google Shape;2404;p27"/>
          <p:cNvGrpSpPr/>
          <p:nvPr/>
        </p:nvGrpSpPr>
        <p:grpSpPr>
          <a:xfrm rot="-5400000">
            <a:off x="7172708" y="384980"/>
            <a:ext cx="1823016" cy="296643"/>
            <a:chOff x="7857346" y="3902355"/>
            <a:chExt cx="1823016" cy="296643"/>
          </a:xfrm>
        </p:grpSpPr>
        <p:sp>
          <p:nvSpPr>
            <p:cNvPr id="2405" name="Google Shape;2405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7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1" name="Google Shape;2411;p27"/>
          <p:cNvGrpSpPr/>
          <p:nvPr/>
        </p:nvGrpSpPr>
        <p:grpSpPr>
          <a:xfrm>
            <a:off x="8267392" y="2926266"/>
            <a:ext cx="1105976" cy="133969"/>
            <a:chOff x="8183182" y="663852"/>
            <a:chExt cx="1475028" cy="178673"/>
          </a:xfrm>
        </p:grpSpPr>
        <p:grpSp>
          <p:nvGrpSpPr>
            <p:cNvPr id="2412" name="Google Shape;2412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13" name="Google Shape;241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23" name="Google Shape;2423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424" name="Google Shape;2424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4" name="Google Shape;2434;p27"/>
          <p:cNvGrpSpPr/>
          <p:nvPr/>
        </p:nvGrpSpPr>
        <p:grpSpPr>
          <a:xfrm>
            <a:off x="2360001" y="376081"/>
            <a:ext cx="1252897" cy="51000"/>
            <a:chOff x="2915381" y="4104819"/>
            <a:chExt cx="1252897" cy="51000"/>
          </a:xfrm>
        </p:grpSpPr>
        <p:sp>
          <p:nvSpPr>
            <p:cNvPr id="2435" name="Google Shape;2435;p2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2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2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2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2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2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2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3"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0" name="Google Shape;2500;p28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2">
    <p:spTree>
      <p:nvGrpSpPr>
        <p:cNvPr id="1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 1">
  <p:cSld name="BLANK_12_1">
    <p:spTree>
      <p:nvGrpSpPr>
        <p:cNvPr id="1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0" name="Google Shape;2650;p3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651" name="Google Shape;2651;p3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3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3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3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3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" name="Google Shape;2693;p31"/>
          <p:cNvSpPr txBox="1">
            <a:spLocks noGrp="1"/>
          </p:cNvSpPr>
          <p:nvPr>
            <p:ph type="subTitle" idx="1"/>
          </p:nvPr>
        </p:nvSpPr>
        <p:spPr>
          <a:xfrm>
            <a:off x="1675175" y="3403402"/>
            <a:ext cx="5793600" cy="9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Teoría, Matemáticas, Ejemplo en Python y Taller Práctico</a:t>
            </a:r>
            <a:endParaRPr/>
          </a:p>
        </p:txBody>
      </p:sp>
      <p:grpSp>
        <p:nvGrpSpPr>
          <p:cNvPr id="2694" name="Google Shape;2694;p31"/>
          <p:cNvGrpSpPr/>
          <p:nvPr/>
        </p:nvGrpSpPr>
        <p:grpSpPr>
          <a:xfrm rot="10800000">
            <a:off x="2130739" y="4336003"/>
            <a:ext cx="883262" cy="242091"/>
            <a:chOff x="2300350" y="2601250"/>
            <a:chExt cx="2275275" cy="623625"/>
          </a:xfrm>
        </p:grpSpPr>
        <p:sp>
          <p:nvSpPr>
            <p:cNvPr id="2695" name="Google Shape;2695;p3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1" name="Google Shape;2701;p31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2702" name="Google Shape;2702;p3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8" name="Google Shape;2708;p31"/>
          <p:cNvGrpSpPr/>
          <p:nvPr/>
        </p:nvGrpSpPr>
        <p:grpSpPr>
          <a:xfrm rot="5400000">
            <a:off x="2421400" y="552075"/>
            <a:ext cx="98902" cy="553090"/>
            <a:chOff x="4898850" y="4820550"/>
            <a:chExt cx="98902" cy="553090"/>
          </a:xfrm>
        </p:grpSpPr>
        <p:sp>
          <p:nvSpPr>
            <p:cNvPr id="2709" name="Google Shape;2709;p3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4" name="Google Shape;2714;p31"/>
          <p:cNvGrpSpPr/>
          <p:nvPr/>
        </p:nvGrpSpPr>
        <p:grpSpPr>
          <a:xfrm>
            <a:off x="4505167" y="564628"/>
            <a:ext cx="1105976" cy="133969"/>
            <a:chOff x="8183182" y="663852"/>
            <a:chExt cx="1475028" cy="178673"/>
          </a:xfrm>
        </p:grpSpPr>
        <p:grpSp>
          <p:nvGrpSpPr>
            <p:cNvPr id="2715" name="Google Shape;2715;p3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716" name="Google Shape;2716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26" name="Google Shape;2726;p3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727" name="Google Shape;2727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37" name="Google Shape;2737;p3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2738" name="Google Shape;2738;p3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3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3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3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3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3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3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2" name="Google Shape;2752;p31"/>
          <p:cNvSpPr txBox="1">
            <a:spLocks noGrp="1"/>
          </p:cNvSpPr>
          <p:nvPr>
            <p:ph type="ctrTitle"/>
          </p:nvPr>
        </p:nvSpPr>
        <p:spPr>
          <a:xfrm>
            <a:off x="766050" y="1132125"/>
            <a:ext cx="7592100" cy="19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PT Sans"/>
                <a:ea typeface="PT Sans"/>
                <a:cs typeface="PT Sans"/>
                <a:sym typeface="PT Sans"/>
              </a:rPr>
              <a:t>Segmentación de Clientes para Análisis de Datos</a:t>
            </a:r>
            <a:endParaRPr sz="60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p32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¿Qué es la Segmentación de Clientes?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58" name="Google Shape;2758;p32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La segmentación de clientes es el proceso de dividir una base de clientes en grupos más pequeños con características similares para facilitar análisis y estrategias de marketing personalizadas.</a:t>
            </a:r>
            <a:endParaRPr sz="2400"/>
          </a:p>
        </p:txBody>
      </p:sp>
      <p:grpSp>
        <p:nvGrpSpPr>
          <p:cNvPr id="2759" name="Google Shape;2759;p3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60" name="Google Shape;2760;p3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3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3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p33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Importancia de la Segmentación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71" name="Google Shape;2771;p33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Permite identificar patrones de comportamiento, mejorar la toma de decisiones, personalizar ofertas y aumentar la satisfacción y lealtad del cliente.</a:t>
            </a:r>
            <a:endParaRPr sz="2400"/>
          </a:p>
        </p:txBody>
      </p:sp>
      <p:grpSp>
        <p:nvGrpSpPr>
          <p:cNvPr id="2772" name="Google Shape;2772;p3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73" name="Google Shape;2773;p3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3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3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3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3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3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p34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Tipos de Segmentación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84" name="Google Shape;2784;p34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1. Demográfica (edad, género)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2. Geográfica (ubicación)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3. Psicográfica (intereses, estilo de vida)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4. Conductual (comportamiento de compra)</a:t>
            </a:r>
            <a:endParaRPr sz="2400"/>
          </a:p>
        </p:txBody>
      </p:sp>
      <p:grpSp>
        <p:nvGrpSpPr>
          <p:cNvPr id="2785" name="Google Shape;2785;p3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86" name="Google Shape;2786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35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Bases Teóricas: Clústeres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97" name="Google Shape;2797;p35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La segmentación se puede basar en técnicas de clustering que agrupan observaciones similares según características medidas. Los métodos comunes son K-means, jerárquico y DBSCAN.</a:t>
            </a:r>
            <a:endParaRPr sz="2400"/>
          </a:p>
        </p:txBody>
      </p:sp>
      <p:grpSp>
        <p:nvGrpSpPr>
          <p:cNvPr id="2798" name="Google Shape;2798;p3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99" name="Google Shape;2799;p3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3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3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9" name="Google Shape;2809;p36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Conceptos Matemáticos: Distancias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10" name="Google Shape;2810;p36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Para agrupar clientes calculamos distancias entre puntos:</a:t>
            </a:r>
            <a:endParaRPr sz="2400"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" sz="2400" dirty="0"/>
              <a:t>Distancia Euclidiana.</a:t>
            </a: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" sz="2400" dirty="0"/>
              <a:t>Distancia Manhattan.</a:t>
            </a:r>
            <a:endParaRPr sz="2400" dirty="0"/>
          </a:p>
        </p:txBody>
      </p:sp>
      <p:grpSp>
        <p:nvGrpSpPr>
          <p:cNvPr id="2811" name="Google Shape;2811;p36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12" name="Google Shape;2812;p3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p37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Algoritmo K-means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23" name="Google Shape;2823;p37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K-means busca dividir los datos en K grupos minimizando la suma de distancias dentro de cada grupo. Pasos: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1. Elegir K centros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2. Asignar puntos al centro más cercano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3. Recalcular centros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4. Repetir hasta convergencia</a:t>
            </a:r>
            <a:endParaRPr sz="2400"/>
          </a:p>
        </p:txBody>
      </p:sp>
      <p:grpSp>
        <p:nvGrpSpPr>
          <p:cNvPr id="2824" name="Google Shape;2824;p37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25" name="Google Shape;2825;p3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3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5" name="Google Shape;2835;p38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Ejemplo Simple en Python: Librerías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36" name="Google Shape;2836;p38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Importaremos normalmente: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import pandas as pd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from sklearn.cluster import KMeans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import matplotlib.pyplot as plt</a:t>
            </a:r>
            <a:endParaRPr sz="2400" dirty="0"/>
          </a:p>
        </p:txBody>
      </p:sp>
      <p:grpSp>
        <p:nvGrpSpPr>
          <p:cNvPr id="2837" name="Google Shape;2837;p38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38" name="Google Shape;2838;p3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3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3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3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3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3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39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Ejemplo en Python: Crear Datos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49" name="Google Shape;2849;p39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Generamos datos simulados de clientes con ingresos y edad: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data = {'Edad': [25, 34, 22, 27, 45, 52, 46, 55, 23, 40],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        'Ingresos': [50000, 64000, 32000, 58000, 79000, 82000, 76000, 88000, 28000, 62000]}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df = pd.DataFrame(data)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print(df)</a:t>
            </a:r>
            <a:endParaRPr sz="2400" dirty="0"/>
          </a:p>
        </p:txBody>
      </p:sp>
      <p:grpSp>
        <p:nvGrpSpPr>
          <p:cNvPr id="2850" name="Google Shape;2850;p39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51" name="Google Shape;2851;p3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3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3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3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3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3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1" name="Google Shape;2861;p40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Ejemplo en Python: Aplicar K-means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62" name="Google Shape;2862;p40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Aplicamos el clustering con 2 segmentos: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kmeans = KMeans(n_clusters=2, random_state=0)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df['Segmento'] = kmeans.fit_predict(df)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print(df)</a:t>
            </a:r>
            <a:endParaRPr sz="2400" dirty="0"/>
          </a:p>
        </p:txBody>
      </p:sp>
      <p:grpSp>
        <p:nvGrpSpPr>
          <p:cNvPr id="2863" name="Google Shape;2863;p40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64" name="Google Shape;2864;p40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40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40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40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40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40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41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Ejemplo en Python: Visualización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75" name="Google Shape;2875;p41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Graficamos la segmentación: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plt.scatter(df['Edad'], df['Ingresos'], c=df['Segmento'], cmap='viridis')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plt.xlabel('Edad')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plt.ylabel('Ingresos')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plt.title('Segmentación de Clientes')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plt.show()</a:t>
            </a:r>
            <a:endParaRPr sz="2400" dirty="0"/>
          </a:p>
        </p:txBody>
      </p:sp>
      <p:grpSp>
        <p:nvGrpSpPr>
          <p:cNvPr id="2876" name="Google Shape;2876;p41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77" name="Google Shape;2877;p4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4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4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4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4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4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" name="Google Shape;2887;p42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Interpretación de Resultados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88" name="Google Shape;2888;p42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Los clientes quedan agrupados en dos segmentos basados en similaridad de edad e ingresos. Esto facilita diseñar estrategias de marketing para cada grupo.</a:t>
            </a:r>
            <a:endParaRPr sz="2400"/>
          </a:p>
        </p:txBody>
      </p:sp>
      <p:grpSp>
        <p:nvGrpSpPr>
          <p:cNvPr id="2889" name="Google Shape;2889;p4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90" name="Google Shape;2890;p4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4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4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4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4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4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0" name="Google Shape;2900;p43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Ventajas y Limitaciones de K-means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01" name="Google Shape;2901;p43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Ventajas: rápido, fácil de implementar.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Limitaciones: necesidad de definir K, sensible a valores atípicos, solo detecta clusters esféricos.</a:t>
            </a:r>
            <a:endParaRPr sz="2400"/>
          </a:p>
        </p:txBody>
      </p:sp>
      <p:grpSp>
        <p:nvGrpSpPr>
          <p:cNvPr id="2902" name="Google Shape;2902;p4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03" name="Google Shape;2903;p4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4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4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4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4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4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44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Taller Práctico Sencillo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14" name="Google Shape;2914;p44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1. Descarga un conjunto de datos con características de clientes.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2. Aplica K-means con 3 grupos.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3. Visualiza los clusters.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4. Describe los perfiles de cada segmento.</a:t>
            </a:r>
            <a:endParaRPr sz="2400"/>
          </a:p>
        </p:txBody>
      </p:sp>
      <p:grpSp>
        <p:nvGrpSpPr>
          <p:cNvPr id="2915" name="Google Shape;2915;p4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16" name="Google Shape;2916;p4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4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4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4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4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4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p45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Conclusiones Finales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27" name="Google Shape;2927;p45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La segmentación de clientes mediante análisis de datos es clave para personalizar estrategias de negocio. Usar técnicas como K-means en Python es práctico y efectivo para descubrir patrones útiles en datos reales.</a:t>
            </a:r>
            <a:endParaRPr sz="2400"/>
          </a:p>
        </p:txBody>
      </p:sp>
      <p:grpSp>
        <p:nvGrpSpPr>
          <p:cNvPr id="2928" name="Google Shape;2928;p4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29" name="Google Shape;2929;p4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4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4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4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4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4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</Words>
  <Application>Microsoft Office PowerPoint</Application>
  <PresentationFormat>Presentación en pantalla (16:9)</PresentationFormat>
  <Paragraphs>58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Roboto Condensed Light</vt:lpstr>
      <vt:lpstr>Exo</vt:lpstr>
      <vt:lpstr>PT Sans</vt:lpstr>
      <vt:lpstr>Arial</vt:lpstr>
      <vt:lpstr>Data Center Business Plan by Slidesgo</vt:lpstr>
      <vt:lpstr>Segmentación de Clientes para Análisis de Datos</vt:lpstr>
      <vt:lpstr>¿Qué es la Segmentación de Clientes?</vt:lpstr>
      <vt:lpstr>Importancia de la Segmentación</vt:lpstr>
      <vt:lpstr>Tipos de Segmentación</vt:lpstr>
      <vt:lpstr>Bases Teóricas: Clústeres</vt:lpstr>
      <vt:lpstr>Conceptos Matemáticos: Distancias</vt:lpstr>
      <vt:lpstr>Algoritmo K-means</vt:lpstr>
      <vt:lpstr>Ejemplo Simple en Python: Librerías</vt:lpstr>
      <vt:lpstr>Ejemplo en Python: Crear Datos</vt:lpstr>
      <vt:lpstr>Ejemplo en Python: Aplicar K-means</vt:lpstr>
      <vt:lpstr>Ejemplo en Python: Visualización</vt:lpstr>
      <vt:lpstr>Interpretación de Resultados</vt:lpstr>
      <vt:lpstr>Ventajas y Limitaciones de K-means</vt:lpstr>
      <vt:lpstr>Taller Práctico Sencillo</vt:lpstr>
      <vt:lpstr>Conclusiones Finales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Segmentación de Clientes para Análisis de Datos</dc:title>
  <cp:lastModifiedBy>andres hernandez</cp:lastModifiedBy>
  <cp:revision>1</cp:revision>
  <dcterms:modified xsi:type="dcterms:W3CDTF">2025-11-24T16:18:03Z</dcterms:modified>
</cp:coreProperties>
</file>